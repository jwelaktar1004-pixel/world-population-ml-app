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ADEDE8-E35D-4579-846F-BA37A4BC6B0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B128F9E-83C7-4ABF-ACB2-9B404DB514AF}">
      <dgm:prSet/>
      <dgm:spPr/>
      <dgm:t>
        <a:bodyPr/>
        <a:lstStyle/>
        <a:p>
          <a:r>
            <a:rPr lang="en-US" b="1"/>
            <a:t>Step 1: Wide → Long Transformation</a:t>
          </a:r>
          <a:endParaRPr lang="en-US"/>
        </a:p>
      </dgm:t>
    </dgm:pt>
    <dgm:pt modelId="{8CEC6242-18A6-4315-A96C-0D12F811B987}" type="parTrans" cxnId="{9A6E5A91-FD61-4606-9420-A8546C67765F}">
      <dgm:prSet/>
      <dgm:spPr/>
      <dgm:t>
        <a:bodyPr/>
        <a:lstStyle/>
        <a:p>
          <a:endParaRPr lang="en-US"/>
        </a:p>
      </dgm:t>
    </dgm:pt>
    <dgm:pt modelId="{F5E42C0D-B8F5-457E-9A33-9BDCB5F9ECF1}" type="sibTrans" cxnId="{9A6E5A91-FD61-4606-9420-A8546C67765F}">
      <dgm:prSet/>
      <dgm:spPr/>
      <dgm:t>
        <a:bodyPr/>
        <a:lstStyle/>
        <a:p>
          <a:endParaRPr lang="en-US"/>
        </a:p>
      </dgm:t>
    </dgm:pt>
    <dgm:pt modelId="{ED7B111C-62B1-4EDE-9657-DC7686C3A7A4}">
      <dgm:prSet/>
      <dgm:spPr/>
      <dgm:t>
        <a:bodyPr/>
        <a:lstStyle/>
        <a:p>
          <a:r>
            <a:rPr lang="en-US"/>
            <a:t>Converted yearly columns into row-wise time format</a:t>
          </a:r>
        </a:p>
      </dgm:t>
    </dgm:pt>
    <dgm:pt modelId="{1BFF50EF-625D-4A67-912F-5FA7F964C8F2}" type="parTrans" cxnId="{FAA3C5C1-D7CA-4086-BB32-B0864C4ED2B9}">
      <dgm:prSet/>
      <dgm:spPr/>
      <dgm:t>
        <a:bodyPr/>
        <a:lstStyle/>
        <a:p>
          <a:endParaRPr lang="en-US"/>
        </a:p>
      </dgm:t>
    </dgm:pt>
    <dgm:pt modelId="{5B3DD886-1127-442D-8FF9-AAAA878A8F92}" type="sibTrans" cxnId="{FAA3C5C1-D7CA-4086-BB32-B0864C4ED2B9}">
      <dgm:prSet/>
      <dgm:spPr/>
      <dgm:t>
        <a:bodyPr/>
        <a:lstStyle/>
        <a:p>
          <a:endParaRPr lang="en-US"/>
        </a:p>
      </dgm:t>
    </dgm:pt>
    <dgm:pt modelId="{6A63EBD5-760D-4EF2-9A89-C50601B6B4AE}">
      <dgm:prSet/>
      <dgm:spPr/>
      <dgm:t>
        <a:bodyPr/>
        <a:lstStyle/>
        <a:p>
          <a:r>
            <a:rPr lang="en-US"/>
            <a:t>Improved modeling structure</a:t>
          </a:r>
        </a:p>
      </dgm:t>
    </dgm:pt>
    <dgm:pt modelId="{CECFB375-72CB-4108-B4C4-02E12CD10DBE}" type="parTrans" cxnId="{E06D1AA0-9B54-4D01-957D-F5E97BF7A6EF}">
      <dgm:prSet/>
      <dgm:spPr/>
      <dgm:t>
        <a:bodyPr/>
        <a:lstStyle/>
        <a:p>
          <a:endParaRPr lang="en-US"/>
        </a:p>
      </dgm:t>
    </dgm:pt>
    <dgm:pt modelId="{4052A959-569B-4775-A861-FF1F1F2230F1}" type="sibTrans" cxnId="{E06D1AA0-9B54-4D01-957D-F5E97BF7A6EF}">
      <dgm:prSet/>
      <dgm:spPr/>
      <dgm:t>
        <a:bodyPr/>
        <a:lstStyle/>
        <a:p>
          <a:endParaRPr lang="en-US"/>
        </a:p>
      </dgm:t>
    </dgm:pt>
    <dgm:pt modelId="{668591A9-8245-4E53-99CD-E0B564032610}">
      <dgm:prSet/>
      <dgm:spPr/>
      <dgm:t>
        <a:bodyPr/>
        <a:lstStyle/>
        <a:p>
          <a:r>
            <a:rPr lang="en-US" b="1"/>
            <a:t>🔹 Step 2: Extract Year as Numeric</a:t>
          </a:r>
          <a:endParaRPr lang="en-US"/>
        </a:p>
      </dgm:t>
    </dgm:pt>
    <dgm:pt modelId="{3DD9510B-533A-4E82-8B24-973244BCC3A8}" type="parTrans" cxnId="{A250ACF1-ED4F-4B94-81AA-D97A1F3AD782}">
      <dgm:prSet/>
      <dgm:spPr/>
      <dgm:t>
        <a:bodyPr/>
        <a:lstStyle/>
        <a:p>
          <a:endParaRPr lang="en-US"/>
        </a:p>
      </dgm:t>
    </dgm:pt>
    <dgm:pt modelId="{2100A7F1-EB7F-469E-AD31-112631F51094}" type="sibTrans" cxnId="{A250ACF1-ED4F-4B94-81AA-D97A1F3AD782}">
      <dgm:prSet/>
      <dgm:spPr/>
      <dgm:t>
        <a:bodyPr/>
        <a:lstStyle/>
        <a:p>
          <a:endParaRPr lang="en-US"/>
        </a:p>
      </dgm:t>
    </dgm:pt>
    <dgm:pt modelId="{6227BABC-3E6B-418D-868B-9F332623B74E}">
      <dgm:prSet/>
      <dgm:spPr/>
      <dgm:t>
        <a:bodyPr/>
        <a:lstStyle/>
        <a:p>
          <a:r>
            <a:rPr lang="en-US"/>
            <a:t>Converted text year into integer</a:t>
          </a:r>
        </a:p>
      </dgm:t>
    </dgm:pt>
    <dgm:pt modelId="{E2E44951-AE1B-488A-87F6-15D6154837B6}" type="parTrans" cxnId="{3F4EF395-F136-4586-96CF-F1652BF8976A}">
      <dgm:prSet/>
      <dgm:spPr/>
      <dgm:t>
        <a:bodyPr/>
        <a:lstStyle/>
        <a:p>
          <a:endParaRPr lang="en-US"/>
        </a:p>
      </dgm:t>
    </dgm:pt>
    <dgm:pt modelId="{B5C7BBBE-0D16-4A5F-BCDA-BDB4ED0FEB57}" type="sibTrans" cxnId="{3F4EF395-F136-4586-96CF-F1652BF8976A}">
      <dgm:prSet/>
      <dgm:spPr/>
      <dgm:t>
        <a:bodyPr/>
        <a:lstStyle/>
        <a:p>
          <a:endParaRPr lang="en-US"/>
        </a:p>
      </dgm:t>
    </dgm:pt>
    <dgm:pt modelId="{C73C73F8-9E52-475B-A1DB-82C8F33AB05F}">
      <dgm:prSet/>
      <dgm:spPr/>
      <dgm:t>
        <a:bodyPr/>
        <a:lstStyle/>
        <a:p>
          <a:r>
            <a:rPr lang="en-US" b="1"/>
            <a:t>🔹 Step 3: Log Transformation</a:t>
          </a:r>
          <a:endParaRPr lang="en-US"/>
        </a:p>
      </dgm:t>
    </dgm:pt>
    <dgm:pt modelId="{BB4EB275-3902-4C22-A318-45DE956EC0AA}" type="parTrans" cxnId="{27922800-4D66-4D1C-BC9F-FD2B9D67D59B}">
      <dgm:prSet/>
      <dgm:spPr/>
      <dgm:t>
        <a:bodyPr/>
        <a:lstStyle/>
        <a:p>
          <a:endParaRPr lang="en-US"/>
        </a:p>
      </dgm:t>
    </dgm:pt>
    <dgm:pt modelId="{9AB444A9-3111-4CC0-9272-551E7541B123}" type="sibTrans" cxnId="{27922800-4D66-4D1C-BC9F-FD2B9D67D59B}">
      <dgm:prSet/>
      <dgm:spPr/>
      <dgm:t>
        <a:bodyPr/>
        <a:lstStyle/>
        <a:p>
          <a:endParaRPr lang="en-US"/>
        </a:p>
      </dgm:t>
    </dgm:pt>
    <dgm:pt modelId="{583D4CEB-D814-439E-964D-B31B259EB6C8}">
      <dgm:prSet/>
      <dgm:spPr/>
      <dgm:t>
        <a:bodyPr/>
        <a:lstStyle/>
        <a:p>
          <a:r>
            <a:rPr lang="en-US"/>
            <a:t>Applied log1p to handle exponential growth</a:t>
          </a:r>
        </a:p>
      </dgm:t>
    </dgm:pt>
    <dgm:pt modelId="{C7DE4420-DB40-4DF3-A65D-D5CD1DB34BDA}" type="parTrans" cxnId="{0BA40D2D-9668-44DF-9A8E-463752A6A7F1}">
      <dgm:prSet/>
      <dgm:spPr/>
      <dgm:t>
        <a:bodyPr/>
        <a:lstStyle/>
        <a:p>
          <a:endParaRPr lang="en-US"/>
        </a:p>
      </dgm:t>
    </dgm:pt>
    <dgm:pt modelId="{2B3A1D87-0295-4FB0-9820-A1C89511DFAE}" type="sibTrans" cxnId="{0BA40D2D-9668-44DF-9A8E-463752A6A7F1}">
      <dgm:prSet/>
      <dgm:spPr/>
      <dgm:t>
        <a:bodyPr/>
        <a:lstStyle/>
        <a:p>
          <a:endParaRPr lang="en-US"/>
        </a:p>
      </dgm:t>
    </dgm:pt>
    <dgm:pt modelId="{9E251B48-59E9-4955-A395-8B5FF3244871}">
      <dgm:prSet/>
      <dgm:spPr/>
      <dgm:t>
        <a:bodyPr/>
        <a:lstStyle/>
        <a:p>
          <a:r>
            <a:rPr lang="en-US"/>
            <a:t>Reduced skewness</a:t>
          </a:r>
        </a:p>
      </dgm:t>
    </dgm:pt>
    <dgm:pt modelId="{E7F54F0D-7803-476B-9261-9C5FEB90F13D}" type="parTrans" cxnId="{94F06085-C7F1-4372-9963-EE81FD7B3F61}">
      <dgm:prSet/>
      <dgm:spPr/>
      <dgm:t>
        <a:bodyPr/>
        <a:lstStyle/>
        <a:p>
          <a:endParaRPr lang="en-US"/>
        </a:p>
      </dgm:t>
    </dgm:pt>
    <dgm:pt modelId="{00297BEA-B21F-44DB-A0E9-6E7BA31A4DF2}" type="sibTrans" cxnId="{94F06085-C7F1-4372-9963-EE81FD7B3F61}">
      <dgm:prSet/>
      <dgm:spPr/>
      <dgm:t>
        <a:bodyPr/>
        <a:lstStyle/>
        <a:p>
          <a:endParaRPr lang="en-US"/>
        </a:p>
      </dgm:t>
    </dgm:pt>
    <dgm:pt modelId="{A99F165F-D744-4A8A-8C95-9B71B5512F4D}" type="pres">
      <dgm:prSet presAssocID="{80ADEDE8-E35D-4579-846F-BA37A4BC6B05}" presName="Name0" presStyleCnt="0">
        <dgm:presLayoutVars>
          <dgm:dir/>
          <dgm:resizeHandles val="exact"/>
        </dgm:presLayoutVars>
      </dgm:prSet>
      <dgm:spPr/>
    </dgm:pt>
    <dgm:pt modelId="{CAD5E316-A65B-474A-9DBB-5842ECA03A9A}" type="pres">
      <dgm:prSet presAssocID="{4B128F9E-83C7-4ABF-ACB2-9B404DB514AF}" presName="node" presStyleLbl="node1" presStyleIdx="0" presStyleCnt="8">
        <dgm:presLayoutVars>
          <dgm:bulletEnabled val="1"/>
        </dgm:presLayoutVars>
      </dgm:prSet>
      <dgm:spPr/>
    </dgm:pt>
    <dgm:pt modelId="{14F74ED4-E074-4822-B619-35076B7E93F3}" type="pres">
      <dgm:prSet presAssocID="{F5E42C0D-B8F5-457E-9A33-9BDCB5F9ECF1}" presName="sibTrans" presStyleLbl="sibTrans1D1" presStyleIdx="0" presStyleCnt="7"/>
      <dgm:spPr/>
    </dgm:pt>
    <dgm:pt modelId="{BF813B36-5517-4B57-9491-E878B0A127AD}" type="pres">
      <dgm:prSet presAssocID="{F5E42C0D-B8F5-457E-9A33-9BDCB5F9ECF1}" presName="connectorText" presStyleLbl="sibTrans1D1" presStyleIdx="0" presStyleCnt="7"/>
      <dgm:spPr/>
    </dgm:pt>
    <dgm:pt modelId="{55A77A00-7EAC-45C5-82C8-BAB92D839EF6}" type="pres">
      <dgm:prSet presAssocID="{ED7B111C-62B1-4EDE-9657-DC7686C3A7A4}" presName="node" presStyleLbl="node1" presStyleIdx="1" presStyleCnt="8">
        <dgm:presLayoutVars>
          <dgm:bulletEnabled val="1"/>
        </dgm:presLayoutVars>
      </dgm:prSet>
      <dgm:spPr/>
    </dgm:pt>
    <dgm:pt modelId="{5F5F22A6-19BB-4782-A581-26D5F4E6CDC1}" type="pres">
      <dgm:prSet presAssocID="{5B3DD886-1127-442D-8FF9-AAAA878A8F92}" presName="sibTrans" presStyleLbl="sibTrans1D1" presStyleIdx="1" presStyleCnt="7"/>
      <dgm:spPr/>
    </dgm:pt>
    <dgm:pt modelId="{063978FA-8D99-461E-94A6-95540AFEC87E}" type="pres">
      <dgm:prSet presAssocID="{5B3DD886-1127-442D-8FF9-AAAA878A8F92}" presName="connectorText" presStyleLbl="sibTrans1D1" presStyleIdx="1" presStyleCnt="7"/>
      <dgm:spPr/>
    </dgm:pt>
    <dgm:pt modelId="{A965BE68-4CC4-4C8F-93AB-6999122B8143}" type="pres">
      <dgm:prSet presAssocID="{6A63EBD5-760D-4EF2-9A89-C50601B6B4AE}" presName="node" presStyleLbl="node1" presStyleIdx="2" presStyleCnt="8">
        <dgm:presLayoutVars>
          <dgm:bulletEnabled val="1"/>
        </dgm:presLayoutVars>
      </dgm:prSet>
      <dgm:spPr/>
    </dgm:pt>
    <dgm:pt modelId="{5555173E-5752-4375-A971-FDBE93288964}" type="pres">
      <dgm:prSet presAssocID="{4052A959-569B-4775-A861-FF1F1F2230F1}" presName="sibTrans" presStyleLbl="sibTrans1D1" presStyleIdx="2" presStyleCnt="7"/>
      <dgm:spPr/>
    </dgm:pt>
    <dgm:pt modelId="{3DCB32ED-5A64-4C0C-B2B4-FF37BB9FD472}" type="pres">
      <dgm:prSet presAssocID="{4052A959-569B-4775-A861-FF1F1F2230F1}" presName="connectorText" presStyleLbl="sibTrans1D1" presStyleIdx="2" presStyleCnt="7"/>
      <dgm:spPr/>
    </dgm:pt>
    <dgm:pt modelId="{29AE28F2-2BCB-4A09-B7EA-CE6A6F6061D5}" type="pres">
      <dgm:prSet presAssocID="{668591A9-8245-4E53-99CD-E0B564032610}" presName="node" presStyleLbl="node1" presStyleIdx="3" presStyleCnt="8">
        <dgm:presLayoutVars>
          <dgm:bulletEnabled val="1"/>
        </dgm:presLayoutVars>
      </dgm:prSet>
      <dgm:spPr/>
    </dgm:pt>
    <dgm:pt modelId="{C12A9CAD-B6C3-4409-AAAA-84CCC477BA3C}" type="pres">
      <dgm:prSet presAssocID="{2100A7F1-EB7F-469E-AD31-112631F51094}" presName="sibTrans" presStyleLbl="sibTrans1D1" presStyleIdx="3" presStyleCnt="7"/>
      <dgm:spPr/>
    </dgm:pt>
    <dgm:pt modelId="{2FACD15A-DF7B-448B-9407-B628CBB47C0A}" type="pres">
      <dgm:prSet presAssocID="{2100A7F1-EB7F-469E-AD31-112631F51094}" presName="connectorText" presStyleLbl="sibTrans1D1" presStyleIdx="3" presStyleCnt="7"/>
      <dgm:spPr/>
    </dgm:pt>
    <dgm:pt modelId="{BBA4E15E-52BA-4669-B63C-94E95ECC20D9}" type="pres">
      <dgm:prSet presAssocID="{6227BABC-3E6B-418D-868B-9F332623B74E}" presName="node" presStyleLbl="node1" presStyleIdx="4" presStyleCnt="8">
        <dgm:presLayoutVars>
          <dgm:bulletEnabled val="1"/>
        </dgm:presLayoutVars>
      </dgm:prSet>
      <dgm:spPr/>
    </dgm:pt>
    <dgm:pt modelId="{9E646255-B818-419E-AE86-FCDE6E45AB85}" type="pres">
      <dgm:prSet presAssocID="{B5C7BBBE-0D16-4A5F-BCDA-BDB4ED0FEB57}" presName="sibTrans" presStyleLbl="sibTrans1D1" presStyleIdx="4" presStyleCnt="7"/>
      <dgm:spPr/>
    </dgm:pt>
    <dgm:pt modelId="{76847416-E67F-4279-9E33-3BC69749DA3C}" type="pres">
      <dgm:prSet presAssocID="{B5C7BBBE-0D16-4A5F-BCDA-BDB4ED0FEB57}" presName="connectorText" presStyleLbl="sibTrans1D1" presStyleIdx="4" presStyleCnt="7"/>
      <dgm:spPr/>
    </dgm:pt>
    <dgm:pt modelId="{9BAA7315-A19F-4B13-82BE-6D940A3B2634}" type="pres">
      <dgm:prSet presAssocID="{C73C73F8-9E52-475B-A1DB-82C8F33AB05F}" presName="node" presStyleLbl="node1" presStyleIdx="5" presStyleCnt="8">
        <dgm:presLayoutVars>
          <dgm:bulletEnabled val="1"/>
        </dgm:presLayoutVars>
      </dgm:prSet>
      <dgm:spPr/>
    </dgm:pt>
    <dgm:pt modelId="{8A12E501-7951-48D0-9BFA-AAB7B2FEEF1E}" type="pres">
      <dgm:prSet presAssocID="{9AB444A9-3111-4CC0-9272-551E7541B123}" presName="sibTrans" presStyleLbl="sibTrans1D1" presStyleIdx="5" presStyleCnt="7"/>
      <dgm:spPr/>
    </dgm:pt>
    <dgm:pt modelId="{A7032DA1-631E-4147-BA0E-0D3A421366D2}" type="pres">
      <dgm:prSet presAssocID="{9AB444A9-3111-4CC0-9272-551E7541B123}" presName="connectorText" presStyleLbl="sibTrans1D1" presStyleIdx="5" presStyleCnt="7"/>
      <dgm:spPr/>
    </dgm:pt>
    <dgm:pt modelId="{525094E2-3F1E-42D5-8402-C0572982FFBB}" type="pres">
      <dgm:prSet presAssocID="{583D4CEB-D814-439E-964D-B31B259EB6C8}" presName="node" presStyleLbl="node1" presStyleIdx="6" presStyleCnt="8">
        <dgm:presLayoutVars>
          <dgm:bulletEnabled val="1"/>
        </dgm:presLayoutVars>
      </dgm:prSet>
      <dgm:spPr/>
    </dgm:pt>
    <dgm:pt modelId="{CEBF7977-5010-4562-B162-FD45EC2A3337}" type="pres">
      <dgm:prSet presAssocID="{2B3A1D87-0295-4FB0-9820-A1C89511DFAE}" presName="sibTrans" presStyleLbl="sibTrans1D1" presStyleIdx="6" presStyleCnt="7"/>
      <dgm:spPr/>
    </dgm:pt>
    <dgm:pt modelId="{FC0DD43E-4B0A-4EFF-AC26-C45B9FD4D704}" type="pres">
      <dgm:prSet presAssocID="{2B3A1D87-0295-4FB0-9820-A1C89511DFAE}" presName="connectorText" presStyleLbl="sibTrans1D1" presStyleIdx="6" presStyleCnt="7"/>
      <dgm:spPr/>
    </dgm:pt>
    <dgm:pt modelId="{884195F9-5228-46C0-92D5-9D50987B570D}" type="pres">
      <dgm:prSet presAssocID="{9E251B48-59E9-4955-A395-8B5FF3244871}" presName="node" presStyleLbl="node1" presStyleIdx="7" presStyleCnt="8">
        <dgm:presLayoutVars>
          <dgm:bulletEnabled val="1"/>
        </dgm:presLayoutVars>
      </dgm:prSet>
      <dgm:spPr/>
    </dgm:pt>
  </dgm:ptLst>
  <dgm:cxnLst>
    <dgm:cxn modelId="{27922800-4D66-4D1C-BC9F-FD2B9D67D59B}" srcId="{80ADEDE8-E35D-4579-846F-BA37A4BC6B05}" destId="{C73C73F8-9E52-475B-A1DB-82C8F33AB05F}" srcOrd="5" destOrd="0" parTransId="{BB4EB275-3902-4C22-A318-45DE956EC0AA}" sibTransId="{9AB444A9-3111-4CC0-9272-551E7541B123}"/>
    <dgm:cxn modelId="{F613F801-E035-4C5D-8EC8-FC88DEBDE710}" type="presOf" srcId="{9AB444A9-3111-4CC0-9272-551E7541B123}" destId="{8A12E501-7951-48D0-9BFA-AAB7B2FEEF1E}" srcOrd="0" destOrd="0" presId="urn:microsoft.com/office/officeart/2016/7/layout/RepeatingBendingProcessNew"/>
    <dgm:cxn modelId="{A58B4907-23E0-41D5-96BF-6B9CFC5ADE5D}" type="presOf" srcId="{F5E42C0D-B8F5-457E-9A33-9BDCB5F9ECF1}" destId="{14F74ED4-E074-4822-B619-35076B7E93F3}" srcOrd="0" destOrd="0" presId="urn:microsoft.com/office/officeart/2016/7/layout/RepeatingBendingProcessNew"/>
    <dgm:cxn modelId="{5700B70D-2682-459B-9B72-9E51131AD252}" type="presOf" srcId="{2100A7F1-EB7F-469E-AD31-112631F51094}" destId="{C12A9CAD-B6C3-4409-AAAA-84CCC477BA3C}" srcOrd="0" destOrd="0" presId="urn:microsoft.com/office/officeart/2016/7/layout/RepeatingBendingProcessNew"/>
    <dgm:cxn modelId="{0BA40D2D-9668-44DF-9A8E-463752A6A7F1}" srcId="{80ADEDE8-E35D-4579-846F-BA37A4BC6B05}" destId="{583D4CEB-D814-439E-964D-B31B259EB6C8}" srcOrd="6" destOrd="0" parTransId="{C7DE4420-DB40-4DF3-A65D-D5CD1DB34BDA}" sibTransId="{2B3A1D87-0295-4FB0-9820-A1C89511DFAE}"/>
    <dgm:cxn modelId="{1F8B1B5B-6750-4970-9F05-EE5C9564689D}" type="presOf" srcId="{F5E42C0D-B8F5-457E-9A33-9BDCB5F9ECF1}" destId="{BF813B36-5517-4B57-9491-E878B0A127AD}" srcOrd="1" destOrd="0" presId="urn:microsoft.com/office/officeart/2016/7/layout/RepeatingBendingProcessNew"/>
    <dgm:cxn modelId="{4438FC69-6F17-4FB1-8A39-511D7749B64E}" type="presOf" srcId="{9AB444A9-3111-4CC0-9272-551E7541B123}" destId="{A7032DA1-631E-4147-BA0E-0D3A421366D2}" srcOrd="1" destOrd="0" presId="urn:microsoft.com/office/officeart/2016/7/layout/RepeatingBendingProcessNew"/>
    <dgm:cxn modelId="{9B130151-12DE-4A2C-9707-E2BD2E36F3B3}" type="presOf" srcId="{80ADEDE8-E35D-4579-846F-BA37A4BC6B05}" destId="{A99F165F-D744-4A8A-8C95-9B71B5512F4D}" srcOrd="0" destOrd="0" presId="urn:microsoft.com/office/officeart/2016/7/layout/RepeatingBendingProcessNew"/>
    <dgm:cxn modelId="{70DD5675-501F-4EC0-A060-3D11B454A917}" type="presOf" srcId="{4B128F9E-83C7-4ABF-ACB2-9B404DB514AF}" destId="{CAD5E316-A65B-474A-9DBB-5842ECA03A9A}" srcOrd="0" destOrd="0" presId="urn:microsoft.com/office/officeart/2016/7/layout/RepeatingBendingProcessNew"/>
    <dgm:cxn modelId="{A5F6D277-B675-4700-BF30-AAAD8AF54DB9}" type="presOf" srcId="{5B3DD886-1127-442D-8FF9-AAAA878A8F92}" destId="{5F5F22A6-19BB-4782-A581-26D5F4E6CDC1}" srcOrd="0" destOrd="0" presId="urn:microsoft.com/office/officeart/2016/7/layout/RepeatingBendingProcessNew"/>
    <dgm:cxn modelId="{94F06085-C7F1-4372-9963-EE81FD7B3F61}" srcId="{80ADEDE8-E35D-4579-846F-BA37A4BC6B05}" destId="{9E251B48-59E9-4955-A395-8B5FF3244871}" srcOrd="7" destOrd="0" parTransId="{E7F54F0D-7803-476B-9261-9C5FEB90F13D}" sibTransId="{00297BEA-B21F-44DB-A0E9-6E7BA31A4DF2}"/>
    <dgm:cxn modelId="{0C44BC8F-4E4F-48FA-9830-90C48CBEC186}" type="presOf" srcId="{2100A7F1-EB7F-469E-AD31-112631F51094}" destId="{2FACD15A-DF7B-448B-9407-B628CBB47C0A}" srcOrd="1" destOrd="0" presId="urn:microsoft.com/office/officeart/2016/7/layout/RepeatingBendingProcessNew"/>
    <dgm:cxn modelId="{6BBDDD90-F09F-4249-9CD1-E2653003FC4B}" type="presOf" srcId="{9E251B48-59E9-4955-A395-8B5FF3244871}" destId="{884195F9-5228-46C0-92D5-9D50987B570D}" srcOrd="0" destOrd="0" presId="urn:microsoft.com/office/officeart/2016/7/layout/RepeatingBendingProcessNew"/>
    <dgm:cxn modelId="{9A6E5A91-FD61-4606-9420-A8546C67765F}" srcId="{80ADEDE8-E35D-4579-846F-BA37A4BC6B05}" destId="{4B128F9E-83C7-4ABF-ACB2-9B404DB514AF}" srcOrd="0" destOrd="0" parTransId="{8CEC6242-18A6-4315-A96C-0D12F811B987}" sibTransId="{F5E42C0D-B8F5-457E-9A33-9BDCB5F9ECF1}"/>
    <dgm:cxn modelId="{3F4EF395-F136-4586-96CF-F1652BF8976A}" srcId="{80ADEDE8-E35D-4579-846F-BA37A4BC6B05}" destId="{6227BABC-3E6B-418D-868B-9F332623B74E}" srcOrd="4" destOrd="0" parTransId="{E2E44951-AE1B-488A-87F6-15D6154837B6}" sibTransId="{B5C7BBBE-0D16-4A5F-BCDA-BDB4ED0FEB57}"/>
    <dgm:cxn modelId="{4E185699-F4C0-4F50-A1C8-CEC38D0F69C1}" type="presOf" srcId="{668591A9-8245-4E53-99CD-E0B564032610}" destId="{29AE28F2-2BCB-4A09-B7EA-CE6A6F6061D5}" srcOrd="0" destOrd="0" presId="urn:microsoft.com/office/officeart/2016/7/layout/RepeatingBendingProcessNew"/>
    <dgm:cxn modelId="{E06D1AA0-9B54-4D01-957D-F5E97BF7A6EF}" srcId="{80ADEDE8-E35D-4579-846F-BA37A4BC6B05}" destId="{6A63EBD5-760D-4EF2-9A89-C50601B6B4AE}" srcOrd="2" destOrd="0" parTransId="{CECFB375-72CB-4108-B4C4-02E12CD10DBE}" sibTransId="{4052A959-569B-4775-A861-FF1F1F2230F1}"/>
    <dgm:cxn modelId="{64CC98B5-1E5E-4F50-AD40-01AFCB438B38}" type="presOf" srcId="{2B3A1D87-0295-4FB0-9820-A1C89511DFAE}" destId="{CEBF7977-5010-4562-B162-FD45EC2A3337}" srcOrd="0" destOrd="0" presId="urn:microsoft.com/office/officeart/2016/7/layout/RepeatingBendingProcessNew"/>
    <dgm:cxn modelId="{A94AFBBD-6DB2-457C-BB7D-11324EA98309}" type="presOf" srcId="{6A63EBD5-760D-4EF2-9A89-C50601B6B4AE}" destId="{A965BE68-4CC4-4C8F-93AB-6999122B8143}" srcOrd="0" destOrd="0" presId="urn:microsoft.com/office/officeart/2016/7/layout/RepeatingBendingProcessNew"/>
    <dgm:cxn modelId="{CF900CBF-38E4-4AA5-B148-82623CAAEDE4}" type="presOf" srcId="{6227BABC-3E6B-418D-868B-9F332623B74E}" destId="{BBA4E15E-52BA-4669-B63C-94E95ECC20D9}" srcOrd="0" destOrd="0" presId="urn:microsoft.com/office/officeart/2016/7/layout/RepeatingBendingProcessNew"/>
    <dgm:cxn modelId="{FAA3C5C1-D7CA-4086-BB32-B0864C4ED2B9}" srcId="{80ADEDE8-E35D-4579-846F-BA37A4BC6B05}" destId="{ED7B111C-62B1-4EDE-9657-DC7686C3A7A4}" srcOrd="1" destOrd="0" parTransId="{1BFF50EF-625D-4A67-912F-5FA7F964C8F2}" sibTransId="{5B3DD886-1127-442D-8FF9-AAAA878A8F92}"/>
    <dgm:cxn modelId="{C6D62ED2-FA2C-4AA7-A050-EA0822619E73}" type="presOf" srcId="{583D4CEB-D814-439E-964D-B31B259EB6C8}" destId="{525094E2-3F1E-42D5-8402-C0572982FFBB}" srcOrd="0" destOrd="0" presId="urn:microsoft.com/office/officeart/2016/7/layout/RepeatingBendingProcessNew"/>
    <dgm:cxn modelId="{08B118D4-BC6F-49D9-8537-7AEE9D02B025}" type="presOf" srcId="{4052A959-569B-4775-A861-FF1F1F2230F1}" destId="{5555173E-5752-4375-A971-FDBE93288964}" srcOrd="0" destOrd="0" presId="urn:microsoft.com/office/officeart/2016/7/layout/RepeatingBendingProcessNew"/>
    <dgm:cxn modelId="{73D978E6-3E99-4D16-910F-F7E920FCA885}" type="presOf" srcId="{B5C7BBBE-0D16-4A5F-BCDA-BDB4ED0FEB57}" destId="{76847416-E67F-4279-9E33-3BC69749DA3C}" srcOrd="1" destOrd="0" presId="urn:microsoft.com/office/officeart/2016/7/layout/RepeatingBendingProcessNew"/>
    <dgm:cxn modelId="{384F20E9-5608-4B75-BB86-877E884EE6A3}" type="presOf" srcId="{B5C7BBBE-0D16-4A5F-BCDA-BDB4ED0FEB57}" destId="{9E646255-B818-419E-AE86-FCDE6E45AB85}" srcOrd="0" destOrd="0" presId="urn:microsoft.com/office/officeart/2016/7/layout/RepeatingBendingProcessNew"/>
    <dgm:cxn modelId="{EF67CEE9-8F2F-47CB-AC22-0BB94EAAB50B}" type="presOf" srcId="{5B3DD886-1127-442D-8FF9-AAAA878A8F92}" destId="{063978FA-8D99-461E-94A6-95540AFEC87E}" srcOrd="1" destOrd="0" presId="urn:microsoft.com/office/officeart/2016/7/layout/RepeatingBendingProcessNew"/>
    <dgm:cxn modelId="{A250ACF1-ED4F-4B94-81AA-D97A1F3AD782}" srcId="{80ADEDE8-E35D-4579-846F-BA37A4BC6B05}" destId="{668591A9-8245-4E53-99CD-E0B564032610}" srcOrd="3" destOrd="0" parTransId="{3DD9510B-533A-4E82-8B24-973244BCC3A8}" sibTransId="{2100A7F1-EB7F-469E-AD31-112631F51094}"/>
    <dgm:cxn modelId="{2200CEF2-79D4-45B6-81D8-158FBFC984A7}" type="presOf" srcId="{4052A959-569B-4775-A861-FF1F1F2230F1}" destId="{3DCB32ED-5A64-4C0C-B2B4-FF37BB9FD472}" srcOrd="1" destOrd="0" presId="urn:microsoft.com/office/officeart/2016/7/layout/RepeatingBendingProcessNew"/>
    <dgm:cxn modelId="{837BE4F2-DFFC-4830-9C0E-5787899CAD2E}" type="presOf" srcId="{C73C73F8-9E52-475B-A1DB-82C8F33AB05F}" destId="{9BAA7315-A19F-4B13-82BE-6D940A3B2634}" srcOrd="0" destOrd="0" presId="urn:microsoft.com/office/officeart/2016/7/layout/RepeatingBendingProcessNew"/>
    <dgm:cxn modelId="{AFE47BFA-D71F-447C-ADAA-87FE2FE4A8A9}" type="presOf" srcId="{ED7B111C-62B1-4EDE-9657-DC7686C3A7A4}" destId="{55A77A00-7EAC-45C5-82C8-BAB92D839EF6}" srcOrd="0" destOrd="0" presId="urn:microsoft.com/office/officeart/2016/7/layout/RepeatingBendingProcessNew"/>
    <dgm:cxn modelId="{A8E13FFC-499A-4B49-959B-7A7F95D6CF84}" type="presOf" srcId="{2B3A1D87-0295-4FB0-9820-A1C89511DFAE}" destId="{FC0DD43E-4B0A-4EFF-AC26-C45B9FD4D704}" srcOrd="1" destOrd="0" presId="urn:microsoft.com/office/officeart/2016/7/layout/RepeatingBendingProcessNew"/>
    <dgm:cxn modelId="{61B49B16-D213-4F65-A636-7E81879008C1}" type="presParOf" srcId="{A99F165F-D744-4A8A-8C95-9B71B5512F4D}" destId="{CAD5E316-A65B-474A-9DBB-5842ECA03A9A}" srcOrd="0" destOrd="0" presId="urn:microsoft.com/office/officeart/2016/7/layout/RepeatingBendingProcessNew"/>
    <dgm:cxn modelId="{021FD99B-7525-4B1F-95EB-61D87B0878AB}" type="presParOf" srcId="{A99F165F-D744-4A8A-8C95-9B71B5512F4D}" destId="{14F74ED4-E074-4822-B619-35076B7E93F3}" srcOrd="1" destOrd="0" presId="urn:microsoft.com/office/officeart/2016/7/layout/RepeatingBendingProcessNew"/>
    <dgm:cxn modelId="{8E4406FA-2281-45C4-B4C0-B6F99BBD59F8}" type="presParOf" srcId="{14F74ED4-E074-4822-B619-35076B7E93F3}" destId="{BF813B36-5517-4B57-9491-E878B0A127AD}" srcOrd="0" destOrd="0" presId="urn:microsoft.com/office/officeart/2016/7/layout/RepeatingBendingProcessNew"/>
    <dgm:cxn modelId="{EBCB9A4C-89FA-4002-9E20-5BD99BD409DA}" type="presParOf" srcId="{A99F165F-D744-4A8A-8C95-9B71B5512F4D}" destId="{55A77A00-7EAC-45C5-82C8-BAB92D839EF6}" srcOrd="2" destOrd="0" presId="urn:microsoft.com/office/officeart/2016/7/layout/RepeatingBendingProcessNew"/>
    <dgm:cxn modelId="{63D27BCD-736D-4C11-843C-D965456C9FC0}" type="presParOf" srcId="{A99F165F-D744-4A8A-8C95-9B71B5512F4D}" destId="{5F5F22A6-19BB-4782-A581-26D5F4E6CDC1}" srcOrd="3" destOrd="0" presId="urn:microsoft.com/office/officeart/2016/7/layout/RepeatingBendingProcessNew"/>
    <dgm:cxn modelId="{7D37C876-F282-434C-869A-D9E9C1AD184D}" type="presParOf" srcId="{5F5F22A6-19BB-4782-A581-26D5F4E6CDC1}" destId="{063978FA-8D99-461E-94A6-95540AFEC87E}" srcOrd="0" destOrd="0" presId="urn:microsoft.com/office/officeart/2016/7/layout/RepeatingBendingProcessNew"/>
    <dgm:cxn modelId="{EB68A9C9-F044-4D6B-8AB8-37C099B685F9}" type="presParOf" srcId="{A99F165F-D744-4A8A-8C95-9B71B5512F4D}" destId="{A965BE68-4CC4-4C8F-93AB-6999122B8143}" srcOrd="4" destOrd="0" presId="urn:microsoft.com/office/officeart/2016/7/layout/RepeatingBendingProcessNew"/>
    <dgm:cxn modelId="{8F2233EC-AE34-45FC-ABAB-B319A9EB4A01}" type="presParOf" srcId="{A99F165F-D744-4A8A-8C95-9B71B5512F4D}" destId="{5555173E-5752-4375-A971-FDBE93288964}" srcOrd="5" destOrd="0" presId="urn:microsoft.com/office/officeart/2016/7/layout/RepeatingBendingProcessNew"/>
    <dgm:cxn modelId="{76B07E79-3D0B-4FFA-9C39-1DC13736290D}" type="presParOf" srcId="{5555173E-5752-4375-A971-FDBE93288964}" destId="{3DCB32ED-5A64-4C0C-B2B4-FF37BB9FD472}" srcOrd="0" destOrd="0" presId="urn:microsoft.com/office/officeart/2016/7/layout/RepeatingBendingProcessNew"/>
    <dgm:cxn modelId="{D9B58BC5-611A-4927-AE01-C09B6C2E748F}" type="presParOf" srcId="{A99F165F-D744-4A8A-8C95-9B71B5512F4D}" destId="{29AE28F2-2BCB-4A09-B7EA-CE6A6F6061D5}" srcOrd="6" destOrd="0" presId="urn:microsoft.com/office/officeart/2016/7/layout/RepeatingBendingProcessNew"/>
    <dgm:cxn modelId="{80B10822-866C-4EF3-8E2C-CC873887A462}" type="presParOf" srcId="{A99F165F-D744-4A8A-8C95-9B71B5512F4D}" destId="{C12A9CAD-B6C3-4409-AAAA-84CCC477BA3C}" srcOrd="7" destOrd="0" presId="urn:microsoft.com/office/officeart/2016/7/layout/RepeatingBendingProcessNew"/>
    <dgm:cxn modelId="{3B269C95-599C-404F-9388-3F1C0689B32D}" type="presParOf" srcId="{C12A9CAD-B6C3-4409-AAAA-84CCC477BA3C}" destId="{2FACD15A-DF7B-448B-9407-B628CBB47C0A}" srcOrd="0" destOrd="0" presId="urn:microsoft.com/office/officeart/2016/7/layout/RepeatingBendingProcessNew"/>
    <dgm:cxn modelId="{E1FC6BA0-46F3-49A7-8404-EE98053DECEC}" type="presParOf" srcId="{A99F165F-D744-4A8A-8C95-9B71B5512F4D}" destId="{BBA4E15E-52BA-4669-B63C-94E95ECC20D9}" srcOrd="8" destOrd="0" presId="urn:microsoft.com/office/officeart/2016/7/layout/RepeatingBendingProcessNew"/>
    <dgm:cxn modelId="{D529743C-DB5A-4773-BBA0-F8E756501934}" type="presParOf" srcId="{A99F165F-D744-4A8A-8C95-9B71B5512F4D}" destId="{9E646255-B818-419E-AE86-FCDE6E45AB85}" srcOrd="9" destOrd="0" presId="urn:microsoft.com/office/officeart/2016/7/layout/RepeatingBendingProcessNew"/>
    <dgm:cxn modelId="{BD1828ED-9347-40FA-9B16-458736B7D16C}" type="presParOf" srcId="{9E646255-B818-419E-AE86-FCDE6E45AB85}" destId="{76847416-E67F-4279-9E33-3BC69749DA3C}" srcOrd="0" destOrd="0" presId="urn:microsoft.com/office/officeart/2016/7/layout/RepeatingBendingProcessNew"/>
    <dgm:cxn modelId="{8ABBAECB-E97E-40BD-85B3-74B87243B4A5}" type="presParOf" srcId="{A99F165F-D744-4A8A-8C95-9B71B5512F4D}" destId="{9BAA7315-A19F-4B13-82BE-6D940A3B2634}" srcOrd="10" destOrd="0" presId="urn:microsoft.com/office/officeart/2016/7/layout/RepeatingBendingProcessNew"/>
    <dgm:cxn modelId="{77EBEF6D-138D-4EFF-A800-592AAD8CE7FF}" type="presParOf" srcId="{A99F165F-D744-4A8A-8C95-9B71B5512F4D}" destId="{8A12E501-7951-48D0-9BFA-AAB7B2FEEF1E}" srcOrd="11" destOrd="0" presId="urn:microsoft.com/office/officeart/2016/7/layout/RepeatingBendingProcessNew"/>
    <dgm:cxn modelId="{FF362F10-6EF5-40ED-B0B1-3B7623B1CDD1}" type="presParOf" srcId="{8A12E501-7951-48D0-9BFA-AAB7B2FEEF1E}" destId="{A7032DA1-631E-4147-BA0E-0D3A421366D2}" srcOrd="0" destOrd="0" presId="urn:microsoft.com/office/officeart/2016/7/layout/RepeatingBendingProcessNew"/>
    <dgm:cxn modelId="{8C37671C-8196-4FA4-9EC2-33F34CD8CCE1}" type="presParOf" srcId="{A99F165F-D744-4A8A-8C95-9B71B5512F4D}" destId="{525094E2-3F1E-42D5-8402-C0572982FFBB}" srcOrd="12" destOrd="0" presId="urn:microsoft.com/office/officeart/2016/7/layout/RepeatingBendingProcessNew"/>
    <dgm:cxn modelId="{74A595A1-007F-4EA7-82CD-794DDE640BED}" type="presParOf" srcId="{A99F165F-D744-4A8A-8C95-9B71B5512F4D}" destId="{CEBF7977-5010-4562-B162-FD45EC2A3337}" srcOrd="13" destOrd="0" presId="urn:microsoft.com/office/officeart/2016/7/layout/RepeatingBendingProcessNew"/>
    <dgm:cxn modelId="{857ED289-D982-4394-878F-DC198ABA96E3}" type="presParOf" srcId="{CEBF7977-5010-4562-B162-FD45EC2A3337}" destId="{FC0DD43E-4B0A-4EFF-AC26-C45B9FD4D704}" srcOrd="0" destOrd="0" presId="urn:microsoft.com/office/officeart/2016/7/layout/RepeatingBendingProcessNew"/>
    <dgm:cxn modelId="{91DC23D9-78B9-4EC9-8AB9-3BFF6229C97D}" type="presParOf" srcId="{A99F165F-D744-4A8A-8C95-9B71B5512F4D}" destId="{884195F9-5228-46C0-92D5-9D50987B570D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252EE3-E6F8-4298-BB73-1B86DAB383B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E84B15-993D-4BCC-9DE3-528DBD20532C}">
      <dgm:prSet/>
      <dgm:spPr/>
      <dgm:t>
        <a:bodyPr/>
        <a:lstStyle/>
        <a:p>
          <a:r>
            <a:rPr lang="en-US" b="1"/>
            <a:t>🧠 Engineered Features</a:t>
          </a:r>
          <a:endParaRPr lang="en-US"/>
        </a:p>
      </dgm:t>
    </dgm:pt>
    <dgm:pt modelId="{EF492361-8645-43FF-8041-D0FDF5DEEDF4}" type="parTrans" cxnId="{E428CF6F-C3D7-4BC2-B9A5-8DE4A5F6B83A}">
      <dgm:prSet/>
      <dgm:spPr/>
      <dgm:t>
        <a:bodyPr/>
        <a:lstStyle/>
        <a:p>
          <a:endParaRPr lang="en-US"/>
        </a:p>
      </dgm:t>
    </dgm:pt>
    <dgm:pt modelId="{FB5CE9B6-629E-47F7-9C80-7614F3EEB0ED}" type="sibTrans" cxnId="{E428CF6F-C3D7-4BC2-B9A5-8DE4A5F6B83A}">
      <dgm:prSet/>
      <dgm:spPr/>
      <dgm:t>
        <a:bodyPr/>
        <a:lstStyle/>
        <a:p>
          <a:endParaRPr lang="en-US"/>
        </a:p>
      </dgm:t>
    </dgm:pt>
    <dgm:pt modelId="{155A99BB-1887-40D0-AB53-D744B406202D}">
      <dgm:prSet/>
      <dgm:spPr/>
      <dgm:t>
        <a:bodyPr/>
        <a:lstStyle/>
        <a:p>
          <a:r>
            <a:rPr lang="en-US" b="1"/>
            <a:t>Year_Index</a:t>
          </a:r>
          <a:r>
            <a:rPr lang="en-US"/>
            <a:t> → Relative time feature</a:t>
          </a:r>
        </a:p>
      </dgm:t>
    </dgm:pt>
    <dgm:pt modelId="{B82AC09C-0E7D-4542-B85E-0B2207A863EA}" type="parTrans" cxnId="{28BB0770-BAFF-4AC3-8099-80D42056378C}">
      <dgm:prSet/>
      <dgm:spPr/>
      <dgm:t>
        <a:bodyPr/>
        <a:lstStyle/>
        <a:p>
          <a:endParaRPr lang="en-US"/>
        </a:p>
      </dgm:t>
    </dgm:pt>
    <dgm:pt modelId="{AEB16FF8-3BED-4E84-8180-B4E53727EDCA}" type="sibTrans" cxnId="{28BB0770-BAFF-4AC3-8099-80D42056378C}">
      <dgm:prSet/>
      <dgm:spPr/>
      <dgm:t>
        <a:bodyPr/>
        <a:lstStyle/>
        <a:p>
          <a:endParaRPr lang="en-US"/>
        </a:p>
      </dgm:t>
    </dgm:pt>
    <dgm:pt modelId="{8DA69A9C-0A35-4479-9ECF-D664A0FC096D}">
      <dgm:prSet/>
      <dgm:spPr/>
      <dgm:t>
        <a:bodyPr/>
        <a:lstStyle/>
        <a:p>
          <a:r>
            <a:rPr lang="en-US" b="1"/>
            <a:t>Lag_Population</a:t>
          </a:r>
          <a:r>
            <a:rPr lang="en-US"/>
            <a:t> → Previous year dependency</a:t>
          </a:r>
        </a:p>
      </dgm:t>
    </dgm:pt>
    <dgm:pt modelId="{C9549D6E-1112-48EA-B195-086D9B9AF37A}" type="parTrans" cxnId="{F03C7002-6CAA-4267-B2E6-11A89A816AFD}">
      <dgm:prSet/>
      <dgm:spPr/>
      <dgm:t>
        <a:bodyPr/>
        <a:lstStyle/>
        <a:p>
          <a:endParaRPr lang="en-US"/>
        </a:p>
      </dgm:t>
    </dgm:pt>
    <dgm:pt modelId="{208C8C5D-07DB-4B1A-ADC0-8AA846762CB3}" type="sibTrans" cxnId="{F03C7002-6CAA-4267-B2E6-11A89A816AFD}">
      <dgm:prSet/>
      <dgm:spPr/>
      <dgm:t>
        <a:bodyPr/>
        <a:lstStyle/>
        <a:p>
          <a:endParaRPr lang="en-US"/>
        </a:p>
      </dgm:t>
    </dgm:pt>
    <dgm:pt modelId="{84763B6D-7A97-489E-9177-0C607FD27F45}">
      <dgm:prSet/>
      <dgm:spPr/>
      <dgm:t>
        <a:bodyPr/>
        <a:lstStyle/>
        <a:p>
          <a:r>
            <a:rPr lang="en-US" b="1"/>
            <a:t>Continent_Encoded</a:t>
          </a:r>
          <a:r>
            <a:rPr lang="en-US"/>
            <a:t> → Categorical encoding</a:t>
          </a:r>
        </a:p>
      </dgm:t>
    </dgm:pt>
    <dgm:pt modelId="{AF78A69C-FA68-4855-824A-6AD997BDB2FF}" type="parTrans" cxnId="{09AE29D4-02CD-4A74-83A4-BE2E96334931}">
      <dgm:prSet/>
      <dgm:spPr/>
      <dgm:t>
        <a:bodyPr/>
        <a:lstStyle/>
        <a:p>
          <a:endParaRPr lang="en-US"/>
        </a:p>
      </dgm:t>
    </dgm:pt>
    <dgm:pt modelId="{5EE7F52F-04B1-48E2-9EF7-A018283F604F}" type="sibTrans" cxnId="{09AE29D4-02CD-4A74-83A4-BE2E96334931}">
      <dgm:prSet/>
      <dgm:spPr/>
      <dgm:t>
        <a:bodyPr/>
        <a:lstStyle/>
        <a:p>
          <a:endParaRPr lang="en-US"/>
        </a:p>
      </dgm:t>
    </dgm:pt>
    <dgm:pt modelId="{3D542B85-A3DD-4F3A-9605-1235C61FAA6D}">
      <dgm:prSet/>
      <dgm:spPr/>
      <dgm:t>
        <a:bodyPr/>
        <a:lstStyle/>
        <a:p>
          <a:r>
            <a:rPr lang="en-US" b="1"/>
            <a:t>Area (km²)</a:t>
          </a:r>
          <a:r>
            <a:rPr lang="en-US"/>
            <a:t> → Country size factor</a:t>
          </a:r>
        </a:p>
      </dgm:t>
    </dgm:pt>
    <dgm:pt modelId="{AD9D6C41-2540-457F-9096-4F59E641EEA7}" type="parTrans" cxnId="{2CF64189-5230-40E0-95BE-1E373C90D744}">
      <dgm:prSet/>
      <dgm:spPr/>
      <dgm:t>
        <a:bodyPr/>
        <a:lstStyle/>
        <a:p>
          <a:endParaRPr lang="en-US"/>
        </a:p>
      </dgm:t>
    </dgm:pt>
    <dgm:pt modelId="{DBCD041A-34E4-4970-A359-446644380C88}" type="sibTrans" cxnId="{2CF64189-5230-40E0-95BE-1E373C90D744}">
      <dgm:prSet/>
      <dgm:spPr/>
      <dgm:t>
        <a:bodyPr/>
        <a:lstStyle/>
        <a:p>
          <a:endParaRPr lang="en-US"/>
        </a:p>
      </dgm:t>
    </dgm:pt>
    <dgm:pt modelId="{A1B90743-2E2F-451F-8FD5-010629DC6C83}">
      <dgm:prSet/>
      <dgm:spPr/>
      <dgm:t>
        <a:bodyPr/>
        <a:lstStyle/>
        <a:p>
          <a:r>
            <a:rPr lang="en-US" b="1"/>
            <a:t>Why Lag Feature?</a:t>
          </a:r>
          <a:endParaRPr lang="en-US"/>
        </a:p>
      </dgm:t>
    </dgm:pt>
    <dgm:pt modelId="{DFA7383C-8C4F-4A6E-8846-7556763829E7}" type="parTrans" cxnId="{C4FEA672-4374-4940-B9C3-802980D73C40}">
      <dgm:prSet/>
      <dgm:spPr/>
      <dgm:t>
        <a:bodyPr/>
        <a:lstStyle/>
        <a:p>
          <a:endParaRPr lang="en-US"/>
        </a:p>
      </dgm:t>
    </dgm:pt>
    <dgm:pt modelId="{D5F26D6A-4E13-4A63-A9DF-3E9882983785}" type="sibTrans" cxnId="{C4FEA672-4374-4940-B9C3-802980D73C40}">
      <dgm:prSet/>
      <dgm:spPr/>
      <dgm:t>
        <a:bodyPr/>
        <a:lstStyle/>
        <a:p>
          <a:endParaRPr lang="en-US"/>
        </a:p>
      </dgm:t>
    </dgm:pt>
    <dgm:pt modelId="{D12A5395-7DA8-40B7-A9E2-D91986F5225C}">
      <dgm:prSet/>
      <dgm:spPr/>
      <dgm:t>
        <a:bodyPr/>
        <a:lstStyle/>
        <a:p>
          <a:r>
            <a:rPr lang="en-US"/>
            <a:t>Population growth depends heavily on previous population.</a:t>
          </a:r>
        </a:p>
      </dgm:t>
    </dgm:pt>
    <dgm:pt modelId="{9C6E789D-BE11-4CDD-94AA-A6A3C58E5E1A}" type="parTrans" cxnId="{FB2E4451-72E0-4A98-8664-BB3552B3F120}">
      <dgm:prSet/>
      <dgm:spPr/>
      <dgm:t>
        <a:bodyPr/>
        <a:lstStyle/>
        <a:p>
          <a:endParaRPr lang="en-US"/>
        </a:p>
      </dgm:t>
    </dgm:pt>
    <dgm:pt modelId="{B8F58B34-3500-437A-A127-5887F237891F}" type="sibTrans" cxnId="{FB2E4451-72E0-4A98-8664-BB3552B3F120}">
      <dgm:prSet/>
      <dgm:spPr/>
      <dgm:t>
        <a:bodyPr/>
        <a:lstStyle/>
        <a:p>
          <a:endParaRPr lang="en-US"/>
        </a:p>
      </dgm:t>
    </dgm:pt>
    <dgm:pt modelId="{F9AE2825-EF24-4397-A203-9BEC871AD163}" type="pres">
      <dgm:prSet presAssocID="{17252EE3-E6F8-4298-BB73-1B86DAB383B1}" presName="diagram" presStyleCnt="0">
        <dgm:presLayoutVars>
          <dgm:dir/>
          <dgm:resizeHandles val="exact"/>
        </dgm:presLayoutVars>
      </dgm:prSet>
      <dgm:spPr/>
    </dgm:pt>
    <dgm:pt modelId="{145EBFD3-7308-4852-8C7B-EA17485C252C}" type="pres">
      <dgm:prSet presAssocID="{67E84B15-993D-4BCC-9DE3-528DBD20532C}" presName="node" presStyleLbl="node1" presStyleIdx="0" presStyleCnt="7">
        <dgm:presLayoutVars>
          <dgm:bulletEnabled val="1"/>
        </dgm:presLayoutVars>
      </dgm:prSet>
      <dgm:spPr/>
    </dgm:pt>
    <dgm:pt modelId="{AD76AD92-1C70-4D9B-89B7-AE1433A77930}" type="pres">
      <dgm:prSet presAssocID="{FB5CE9B6-629E-47F7-9C80-7614F3EEB0ED}" presName="sibTrans" presStyleCnt="0"/>
      <dgm:spPr/>
    </dgm:pt>
    <dgm:pt modelId="{4FB8A410-239F-42EA-BB55-98F0888AE36F}" type="pres">
      <dgm:prSet presAssocID="{155A99BB-1887-40D0-AB53-D744B406202D}" presName="node" presStyleLbl="node1" presStyleIdx="1" presStyleCnt="7">
        <dgm:presLayoutVars>
          <dgm:bulletEnabled val="1"/>
        </dgm:presLayoutVars>
      </dgm:prSet>
      <dgm:spPr/>
    </dgm:pt>
    <dgm:pt modelId="{6E2F3D0D-D7ED-4896-986A-F5B46B5ACE99}" type="pres">
      <dgm:prSet presAssocID="{AEB16FF8-3BED-4E84-8180-B4E53727EDCA}" presName="sibTrans" presStyleCnt="0"/>
      <dgm:spPr/>
    </dgm:pt>
    <dgm:pt modelId="{79CAD66C-4A20-441C-9A36-2FD86E81900A}" type="pres">
      <dgm:prSet presAssocID="{8DA69A9C-0A35-4479-9ECF-D664A0FC096D}" presName="node" presStyleLbl="node1" presStyleIdx="2" presStyleCnt="7">
        <dgm:presLayoutVars>
          <dgm:bulletEnabled val="1"/>
        </dgm:presLayoutVars>
      </dgm:prSet>
      <dgm:spPr/>
    </dgm:pt>
    <dgm:pt modelId="{1C4A2747-F569-44E1-BB41-1B2EF386B470}" type="pres">
      <dgm:prSet presAssocID="{208C8C5D-07DB-4B1A-ADC0-8AA846762CB3}" presName="sibTrans" presStyleCnt="0"/>
      <dgm:spPr/>
    </dgm:pt>
    <dgm:pt modelId="{9655877B-CCEB-4BC7-B923-1DCD522A3008}" type="pres">
      <dgm:prSet presAssocID="{84763B6D-7A97-489E-9177-0C607FD27F45}" presName="node" presStyleLbl="node1" presStyleIdx="3" presStyleCnt="7">
        <dgm:presLayoutVars>
          <dgm:bulletEnabled val="1"/>
        </dgm:presLayoutVars>
      </dgm:prSet>
      <dgm:spPr/>
    </dgm:pt>
    <dgm:pt modelId="{DC8926F5-7DB9-4106-9B13-E23E692BA7C5}" type="pres">
      <dgm:prSet presAssocID="{5EE7F52F-04B1-48E2-9EF7-A018283F604F}" presName="sibTrans" presStyleCnt="0"/>
      <dgm:spPr/>
    </dgm:pt>
    <dgm:pt modelId="{6C887AD1-7385-41CF-9440-938026A19645}" type="pres">
      <dgm:prSet presAssocID="{3D542B85-A3DD-4F3A-9605-1235C61FAA6D}" presName="node" presStyleLbl="node1" presStyleIdx="4" presStyleCnt="7">
        <dgm:presLayoutVars>
          <dgm:bulletEnabled val="1"/>
        </dgm:presLayoutVars>
      </dgm:prSet>
      <dgm:spPr/>
    </dgm:pt>
    <dgm:pt modelId="{E5F5EF35-E01E-4443-9162-D797F33F00E1}" type="pres">
      <dgm:prSet presAssocID="{DBCD041A-34E4-4970-A359-446644380C88}" presName="sibTrans" presStyleCnt="0"/>
      <dgm:spPr/>
    </dgm:pt>
    <dgm:pt modelId="{57B8E94A-C290-4912-AB52-EF4B2A4A16B2}" type="pres">
      <dgm:prSet presAssocID="{A1B90743-2E2F-451F-8FD5-010629DC6C83}" presName="node" presStyleLbl="node1" presStyleIdx="5" presStyleCnt="7">
        <dgm:presLayoutVars>
          <dgm:bulletEnabled val="1"/>
        </dgm:presLayoutVars>
      </dgm:prSet>
      <dgm:spPr/>
    </dgm:pt>
    <dgm:pt modelId="{D08240E5-A3B1-4AFE-BD5B-D44A3DAEC4F3}" type="pres">
      <dgm:prSet presAssocID="{D5F26D6A-4E13-4A63-A9DF-3E9882983785}" presName="sibTrans" presStyleCnt="0"/>
      <dgm:spPr/>
    </dgm:pt>
    <dgm:pt modelId="{EF342B15-95B9-4D26-926E-AD7A271DC9D4}" type="pres">
      <dgm:prSet presAssocID="{D12A5395-7DA8-40B7-A9E2-D91986F5225C}" presName="node" presStyleLbl="node1" presStyleIdx="6" presStyleCnt="7">
        <dgm:presLayoutVars>
          <dgm:bulletEnabled val="1"/>
        </dgm:presLayoutVars>
      </dgm:prSet>
      <dgm:spPr/>
    </dgm:pt>
  </dgm:ptLst>
  <dgm:cxnLst>
    <dgm:cxn modelId="{F03C7002-6CAA-4267-B2E6-11A89A816AFD}" srcId="{17252EE3-E6F8-4298-BB73-1B86DAB383B1}" destId="{8DA69A9C-0A35-4479-9ECF-D664A0FC096D}" srcOrd="2" destOrd="0" parTransId="{C9549D6E-1112-48EA-B195-086D9B9AF37A}" sibTransId="{208C8C5D-07DB-4B1A-ADC0-8AA846762CB3}"/>
    <dgm:cxn modelId="{8D29ED16-FBBA-4384-B510-8D6ADD73B8CE}" type="presOf" srcId="{D12A5395-7DA8-40B7-A9E2-D91986F5225C}" destId="{EF342B15-95B9-4D26-926E-AD7A271DC9D4}" srcOrd="0" destOrd="0" presId="urn:microsoft.com/office/officeart/2005/8/layout/default"/>
    <dgm:cxn modelId="{0E64D339-6D24-48AB-8F14-0DC25DDF9651}" type="presOf" srcId="{17252EE3-E6F8-4298-BB73-1B86DAB383B1}" destId="{F9AE2825-EF24-4397-A203-9BEC871AD163}" srcOrd="0" destOrd="0" presId="urn:microsoft.com/office/officeart/2005/8/layout/default"/>
    <dgm:cxn modelId="{F3E63747-A6F7-405D-978E-B4AF3D829DE3}" type="presOf" srcId="{67E84B15-993D-4BCC-9DE3-528DBD20532C}" destId="{145EBFD3-7308-4852-8C7B-EA17485C252C}" srcOrd="0" destOrd="0" presId="urn:microsoft.com/office/officeart/2005/8/layout/default"/>
    <dgm:cxn modelId="{23EB194D-DBFC-4C64-9B7F-1212032786A6}" type="presOf" srcId="{84763B6D-7A97-489E-9177-0C607FD27F45}" destId="{9655877B-CCEB-4BC7-B923-1DCD522A3008}" srcOrd="0" destOrd="0" presId="urn:microsoft.com/office/officeart/2005/8/layout/default"/>
    <dgm:cxn modelId="{E428CF6F-C3D7-4BC2-B9A5-8DE4A5F6B83A}" srcId="{17252EE3-E6F8-4298-BB73-1B86DAB383B1}" destId="{67E84B15-993D-4BCC-9DE3-528DBD20532C}" srcOrd="0" destOrd="0" parTransId="{EF492361-8645-43FF-8041-D0FDF5DEEDF4}" sibTransId="{FB5CE9B6-629E-47F7-9C80-7614F3EEB0ED}"/>
    <dgm:cxn modelId="{28BB0770-BAFF-4AC3-8099-80D42056378C}" srcId="{17252EE3-E6F8-4298-BB73-1B86DAB383B1}" destId="{155A99BB-1887-40D0-AB53-D744B406202D}" srcOrd="1" destOrd="0" parTransId="{B82AC09C-0E7D-4542-B85E-0B2207A863EA}" sibTransId="{AEB16FF8-3BED-4E84-8180-B4E53727EDCA}"/>
    <dgm:cxn modelId="{FB2E4451-72E0-4A98-8664-BB3552B3F120}" srcId="{17252EE3-E6F8-4298-BB73-1B86DAB383B1}" destId="{D12A5395-7DA8-40B7-A9E2-D91986F5225C}" srcOrd="6" destOrd="0" parTransId="{9C6E789D-BE11-4CDD-94AA-A6A3C58E5E1A}" sibTransId="{B8F58B34-3500-437A-A127-5887F237891F}"/>
    <dgm:cxn modelId="{C4FEA672-4374-4940-B9C3-802980D73C40}" srcId="{17252EE3-E6F8-4298-BB73-1B86DAB383B1}" destId="{A1B90743-2E2F-451F-8FD5-010629DC6C83}" srcOrd="5" destOrd="0" parTransId="{DFA7383C-8C4F-4A6E-8846-7556763829E7}" sibTransId="{D5F26D6A-4E13-4A63-A9DF-3E9882983785}"/>
    <dgm:cxn modelId="{DB3D7B5A-A13A-4011-9913-16464C046A99}" type="presOf" srcId="{8DA69A9C-0A35-4479-9ECF-D664A0FC096D}" destId="{79CAD66C-4A20-441C-9A36-2FD86E81900A}" srcOrd="0" destOrd="0" presId="urn:microsoft.com/office/officeart/2005/8/layout/default"/>
    <dgm:cxn modelId="{6E6A2584-DF94-42AA-A3F9-A795DCECC5C3}" type="presOf" srcId="{155A99BB-1887-40D0-AB53-D744B406202D}" destId="{4FB8A410-239F-42EA-BB55-98F0888AE36F}" srcOrd="0" destOrd="0" presId="urn:microsoft.com/office/officeart/2005/8/layout/default"/>
    <dgm:cxn modelId="{2CF64189-5230-40E0-95BE-1E373C90D744}" srcId="{17252EE3-E6F8-4298-BB73-1B86DAB383B1}" destId="{3D542B85-A3DD-4F3A-9605-1235C61FAA6D}" srcOrd="4" destOrd="0" parTransId="{AD9D6C41-2540-457F-9096-4F59E641EEA7}" sibTransId="{DBCD041A-34E4-4970-A359-446644380C88}"/>
    <dgm:cxn modelId="{09AE29D4-02CD-4A74-83A4-BE2E96334931}" srcId="{17252EE3-E6F8-4298-BB73-1B86DAB383B1}" destId="{84763B6D-7A97-489E-9177-0C607FD27F45}" srcOrd="3" destOrd="0" parTransId="{AF78A69C-FA68-4855-824A-6AD997BDB2FF}" sibTransId="{5EE7F52F-04B1-48E2-9EF7-A018283F604F}"/>
    <dgm:cxn modelId="{397AC9ED-AB63-4179-A2D7-8ACE284980CD}" type="presOf" srcId="{A1B90743-2E2F-451F-8FD5-010629DC6C83}" destId="{57B8E94A-C290-4912-AB52-EF4B2A4A16B2}" srcOrd="0" destOrd="0" presId="urn:microsoft.com/office/officeart/2005/8/layout/default"/>
    <dgm:cxn modelId="{CFDC91F7-8D76-4D6B-B8BE-A3D874F012C6}" type="presOf" srcId="{3D542B85-A3DD-4F3A-9605-1235C61FAA6D}" destId="{6C887AD1-7385-41CF-9440-938026A19645}" srcOrd="0" destOrd="0" presId="urn:microsoft.com/office/officeart/2005/8/layout/default"/>
    <dgm:cxn modelId="{2220C0B8-0270-48A0-8810-64156E7A679B}" type="presParOf" srcId="{F9AE2825-EF24-4397-A203-9BEC871AD163}" destId="{145EBFD3-7308-4852-8C7B-EA17485C252C}" srcOrd="0" destOrd="0" presId="urn:microsoft.com/office/officeart/2005/8/layout/default"/>
    <dgm:cxn modelId="{125EAFD4-9F14-4F21-B877-D9683C71FD4B}" type="presParOf" srcId="{F9AE2825-EF24-4397-A203-9BEC871AD163}" destId="{AD76AD92-1C70-4D9B-89B7-AE1433A77930}" srcOrd="1" destOrd="0" presId="urn:microsoft.com/office/officeart/2005/8/layout/default"/>
    <dgm:cxn modelId="{C1BABE86-7B74-4374-84E7-D312656B22CD}" type="presParOf" srcId="{F9AE2825-EF24-4397-A203-9BEC871AD163}" destId="{4FB8A410-239F-42EA-BB55-98F0888AE36F}" srcOrd="2" destOrd="0" presId="urn:microsoft.com/office/officeart/2005/8/layout/default"/>
    <dgm:cxn modelId="{348DF814-A5F8-417C-9AE8-63B496B3ABFD}" type="presParOf" srcId="{F9AE2825-EF24-4397-A203-9BEC871AD163}" destId="{6E2F3D0D-D7ED-4896-986A-F5B46B5ACE99}" srcOrd="3" destOrd="0" presId="urn:microsoft.com/office/officeart/2005/8/layout/default"/>
    <dgm:cxn modelId="{84A505B8-66FD-489F-8B4B-3B82DCB052EB}" type="presParOf" srcId="{F9AE2825-EF24-4397-A203-9BEC871AD163}" destId="{79CAD66C-4A20-441C-9A36-2FD86E81900A}" srcOrd="4" destOrd="0" presId="urn:microsoft.com/office/officeart/2005/8/layout/default"/>
    <dgm:cxn modelId="{77F6E660-55C4-4206-B35A-CB11169564F7}" type="presParOf" srcId="{F9AE2825-EF24-4397-A203-9BEC871AD163}" destId="{1C4A2747-F569-44E1-BB41-1B2EF386B470}" srcOrd="5" destOrd="0" presId="urn:microsoft.com/office/officeart/2005/8/layout/default"/>
    <dgm:cxn modelId="{B427DDF6-3586-49E4-8C0F-39394AD5EE3E}" type="presParOf" srcId="{F9AE2825-EF24-4397-A203-9BEC871AD163}" destId="{9655877B-CCEB-4BC7-B923-1DCD522A3008}" srcOrd="6" destOrd="0" presId="urn:microsoft.com/office/officeart/2005/8/layout/default"/>
    <dgm:cxn modelId="{C58E4E3C-1040-485B-9758-7E52CEA50E90}" type="presParOf" srcId="{F9AE2825-EF24-4397-A203-9BEC871AD163}" destId="{DC8926F5-7DB9-4106-9B13-E23E692BA7C5}" srcOrd="7" destOrd="0" presId="urn:microsoft.com/office/officeart/2005/8/layout/default"/>
    <dgm:cxn modelId="{D3D69B17-5C69-4E44-8955-3E795AC70180}" type="presParOf" srcId="{F9AE2825-EF24-4397-A203-9BEC871AD163}" destId="{6C887AD1-7385-41CF-9440-938026A19645}" srcOrd="8" destOrd="0" presId="urn:microsoft.com/office/officeart/2005/8/layout/default"/>
    <dgm:cxn modelId="{978A8504-E9E4-4F77-8ACE-A670D7B629E5}" type="presParOf" srcId="{F9AE2825-EF24-4397-A203-9BEC871AD163}" destId="{E5F5EF35-E01E-4443-9162-D797F33F00E1}" srcOrd="9" destOrd="0" presId="urn:microsoft.com/office/officeart/2005/8/layout/default"/>
    <dgm:cxn modelId="{F5BE3E63-A415-41B2-95CB-E46681065CD9}" type="presParOf" srcId="{F9AE2825-EF24-4397-A203-9BEC871AD163}" destId="{57B8E94A-C290-4912-AB52-EF4B2A4A16B2}" srcOrd="10" destOrd="0" presId="urn:microsoft.com/office/officeart/2005/8/layout/default"/>
    <dgm:cxn modelId="{CC28E6EC-2964-47B5-9ACB-89471436220A}" type="presParOf" srcId="{F9AE2825-EF24-4397-A203-9BEC871AD163}" destId="{D08240E5-A3B1-4AFE-BD5B-D44A3DAEC4F3}" srcOrd="11" destOrd="0" presId="urn:microsoft.com/office/officeart/2005/8/layout/default"/>
    <dgm:cxn modelId="{88E66BE7-0642-4E20-AFF9-5E2B56BB2B90}" type="presParOf" srcId="{F9AE2825-EF24-4397-A203-9BEC871AD163}" destId="{EF342B15-95B9-4D26-926E-AD7A271DC9D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3A0EAE-1574-4B82-9C5E-E9B59A976D34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575897C-468E-4D27-B8BB-0E3D563BCF25}">
      <dgm:prSet/>
      <dgm:spPr/>
      <dgm:t>
        <a:bodyPr/>
        <a:lstStyle/>
        <a:p>
          <a:r>
            <a:rPr lang="en-US" b="1"/>
            <a:t>🚀 Model Used: XGBoost Regressor</a:t>
          </a:r>
          <a:endParaRPr lang="en-US"/>
        </a:p>
      </dgm:t>
    </dgm:pt>
    <dgm:pt modelId="{F0DB6A21-6264-448D-877E-E837AD01BED5}" type="parTrans" cxnId="{4E43E871-6F2A-44D0-9C96-DEF783084FB3}">
      <dgm:prSet/>
      <dgm:spPr/>
      <dgm:t>
        <a:bodyPr/>
        <a:lstStyle/>
        <a:p>
          <a:endParaRPr lang="en-US"/>
        </a:p>
      </dgm:t>
    </dgm:pt>
    <dgm:pt modelId="{052D61F2-41F0-4B58-8357-D0DF1EB3FF14}" type="sibTrans" cxnId="{4E43E871-6F2A-44D0-9C96-DEF783084FB3}">
      <dgm:prSet/>
      <dgm:spPr/>
      <dgm:t>
        <a:bodyPr/>
        <a:lstStyle/>
        <a:p>
          <a:endParaRPr lang="en-US"/>
        </a:p>
      </dgm:t>
    </dgm:pt>
    <dgm:pt modelId="{40D50957-647F-47BB-B182-E98B072D5DD9}">
      <dgm:prSet/>
      <dgm:spPr/>
      <dgm:t>
        <a:bodyPr/>
        <a:lstStyle/>
        <a:p>
          <a:r>
            <a:rPr lang="en-US"/>
            <a:t>Why XGBoost?</a:t>
          </a:r>
        </a:p>
      </dgm:t>
    </dgm:pt>
    <dgm:pt modelId="{BDD2FDA9-B46B-41A4-8812-A4A30E5EE95A}" type="parTrans" cxnId="{23045D15-E6C3-4623-9C0C-AED4403D0CBD}">
      <dgm:prSet/>
      <dgm:spPr/>
      <dgm:t>
        <a:bodyPr/>
        <a:lstStyle/>
        <a:p>
          <a:endParaRPr lang="en-US"/>
        </a:p>
      </dgm:t>
    </dgm:pt>
    <dgm:pt modelId="{F39322A2-3BE1-4417-8FE3-DF9A5B28458C}" type="sibTrans" cxnId="{23045D15-E6C3-4623-9C0C-AED4403D0CBD}">
      <dgm:prSet/>
      <dgm:spPr/>
      <dgm:t>
        <a:bodyPr/>
        <a:lstStyle/>
        <a:p>
          <a:endParaRPr lang="en-US"/>
        </a:p>
      </dgm:t>
    </dgm:pt>
    <dgm:pt modelId="{53DD1B7C-850A-4A0A-B4DD-D7FF98C7B6A4}">
      <dgm:prSet/>
      <dgm:spPr/>
      <dgm:t>
        <a:bodyPr/>
        <a:lstStyle/>
        <a:p>
          <a:r>
            <a:rPr lang="en-US"/>
            <a:t>Handles non-linear patterns</a:t>
          </a:r>
        </a:p>
      </dgm:t>
    </dgm:pt>
    <dgm:pt modelId="{C1713F73-E252-4AD6-8E7F-BDA0604C871C}" type="parTrans" cxnId="{AE45A337-3BE0-40B8-A165-DFD6D92318A5}">
      <dgm:prSet/>
      <dgm:spPr/>
      <dgm:t>
        <a:bodyPr/>
        <a:lstStyle/>
        <a:p>
          <a:endParaRPr lang="en-US"/>
        </a:p>
      </dgm:t>
    </dgm:pt>
    <dgm:pt modelId="{25AA2812-EE46-4DE1-9259-0E936A501156}" type="sibTrans" cxnId="{AE45A337-3BE0-40B8-A165-DFD6D92318A5}">
      <dgm:prSet/>
      <dgm:spPr/>
      <dgm:t>
        <a:bodyPr/>
        <a:lstStyle/>
        <a:p>
          <a:endParaRPr lang="en-US"/>
        </a:p>
      </dgm:t>
    </dgm:pt>
    <dgm:pt modelId="{F874C033-1659-44C6-BFA4-220C6EC4DF6B}">
      <dgm:prSet/>
      <dgm:spPr/>
      <dgm:t>
        <a:bodyPr/>
        <a:lstStyle/>
        <a:p>
          <a:r>
            <a:rPr lang="en-US"/>
            <a:t>Strong performance on tabular data</a:t>
          </a:r>
        </a:p>
      </dgm:t>
    </dgm:pt>
    <dgm:pt modelId="{50D8353F-9395-4F58-9DA5-223356ABDC54}" type="parTrans" cxnId="{0A17A181-4AFF-4692-99EF-A5164FF6EF6E}">
      <dgm:prSet/>
      <dgm:spPr/>
      <dgm:t>
        <a:bodyPr/>
        <a:lstStyle/>
        <a:p>
          <a:endParaRPr lang="en-US"/>
        </a:p>
      </dgm:t>
    </dgm:pt>
    <dgm:pt modelId="{96E5C1B2-9B77-41D0-A43C-BF0DA13FA9ED}" type="sibTrans" cxnId="{0A17A181-4AFF-4692-99EF-A5164FF6EF6E}">
      <dgm:prSet/>
      <dgm:spPr/>
      <dgm:t>
        <a:bodyPr/>
        <a:lstStyle/>
        <a:p>
          <a:endParaRPr lang="en-US"/>
        </a:p>
      </dgm:t>
    </dgm:pt>
    <dgm:pt modelId="{CBB52FD1-CA5E-447D-A0B5-FF61AFE8C650}">
      <dgm:prSet/>
      <dgm:spPr/>
      <dgm:t>
        <a:bodyPr/>
        <a:lstStyle/>
        <a:p>
          <a:r>
            <a:rPr lang="en-US"/>
            <a:t>Robust to outliers</a:t>
          </a:r>
        </a:p>
      </dgm:t>
    </dgm:pt>
    <dgm:pt modelId="{47DD13DC-C6E9-4E51-99EC-17C190107F8D}" type="parTrans" cxnId="{A7B898AB-C737-4D49-A060-DF95C54B4974}">
      <dgm:prSet/>
      <dgm:spPr/>
      <dgm:t>
        <a:bodyPr/>
        <a:lstStyle/>
        <a:p>
          <a:endParaRPr lang="en-US"/>
        </a:p>
      </dgm:t>
    </dgm:pt>
    <dgm:pt modelId="{D56B5571-9DAC-4C5D-83DE-DD39051C6747}" type="sibTrans" cxnId="{A7B898AB-C737-4D49-A060-DF95C54B4974}">
      <dgm:prSet/>
      <dgm:spPr/>
      <dgm:t>
        <a:bodyPr/>
        <a:lstStyle/>
        <a:p>
          <a:endParaRPr lang="en-US"/>
        </a:p>
      </dgm:t>
    </dgm:pt>
    <dgm:pt modelId="{227A5DFB-B3BF-4BAF-92CD-CBDFF8423540}">
      <dgm:prSet/>
      <dgm:spPr/>
      <dgm:t>
        <a:bodyPr/>
        <a:lstStyle/>
        <a:p>
          <a:r>
            <a:rPr lang="en-US"/>
            <a:t>Gradient boosting efficiency</a:t>
          </a:r>
        </a:p>
      </dgm:t>
    </dgm:pt>
    <dgm:pt modelId="{C8E24931-D574-4C7E-9332-A73C51411B9B}" type="parTrans" cxnId="{993B19AD-726D-4479-A33B-AA08A8E2CA35}">
      <dgm:prSet/>
      <dgm:spPr/>
      <dgm:t>
        <a:bodyPr/>
        <a:lstStyle/>
        <a:p>
          <a:endParaRPr lang="en-US"/>
        </a:p>
      </dgm:t>
    </dgm:pt>
    <dgm:pt modelId="{89353402-EE48-48A9-88B4-AEA0010A2043}" type="sibTrans" cxnId="{993B19AD-726D-4479-A33B-AA08A8E2CA35}">
      <dgm:prSet/>
      <dgm:spPr/>
      <dgm:t>
        <a:bodyPr/>
        <a:lstStyle/>
        <a:p>
          <a:endParaRPr lang="en-US"/>
        </a:p>
      </dgm:t>
    </dgm:pt>
    <dgm:pt modelId="{8A3868F7-F42A-4C18-AB08-27410EC21DF0}" type="pres">
      <dgm:prSet presAssocID="{6C3A0EAE-1574-4B82-9C5E-E9B59A976D34}" presName="linear" presStyleCnt="0">
        <dgm:presLayoutVars>
          <dgm:dir/>
          <dgm:animLvl val="lvl"/>
          <dgm:resizeHandles val="exact"/>
        </dgm:presLayoutVars>
      </dgm:prSet>
      <dgm:spPr/>
    </dgm:pt>
    <dgm:pt modelId="{83448F61-204B-4051-A8CD-C9B944DFF3A7}" type="pres">
      <dgm:prSet presAssocID="{D575897C-468E-4D27-B8BB-0E3D563BCF25}" presName="parentLin" presStyleCnt="0"/>
      <dgm:spPr/>
    </dgm:pt>
    <dgm:pt modelId="{E3A528CC-FB23-4F89-B49F-5A4945A6E0E1}" type="pres">
      <dgm:prSet presAssocID="{D575897C-468E-4D27-B8BB-0E3D563BCF25}" presName="parentLeftMargin" presStyleLbl="node1" presStyleIdx="0" presStyleCnt="6"/>
      <dgm:spPr/>
    </dgm:pt>
    <dgm:pt modelId="{3B822BDE-E9A7-49F5-AF86-EBD164B05B2C}" type="pres">
      <dgm:prSet presAssocID="{D575897C-468E-4D27-B8BB-0E3D563BCF2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17A265B-526D-4F5F-A7B1-102815BF7579}" type="pres">
      <dgm:prSet presAssocID="{D575897C-468E-4D27-B8BB-0E3D563BCF25}" presName="negativeSpace" presStyleCnt="0"/>
      <dgm:spPr/>
    </dgm:pt>
    <dgm:pt modelId="{38FC96D8-D2FC-4B0D-A167-46E5F8B145BB}" type="pres">
      <dgm:prSet presAssocID="{D575897C-468E-4D27-B8BB-0E3D563BCF25}" presName="childText" presStyleLbl="conFgAcc1" presStyleIdx="0" presStyleCnt="6">
        <dgm:presLayoutVars>
          <dgm:bulletEnabled val="1"/>
        </dgm:presLayoutVars>
      </dgm:prSet>
      <dgm:spPr/>
    </dgm:pt>
    <dgm:pt modelId="{B8BCC7A0-707B-44FD-9E2F-268F9DDADC46}" type="pres">
      <dgm:prSet presAssocID="{052D61F2-41F0-4B58-8357-D0DF1EB3FF14}" presName="spaceBetweenRectangles" presStyleCnt="0"/>
      <dgm:spPr/>
    </dgm:pt>
    <dgm:pt modelId="{685E8056-FF76-43EB-A64F-C49774057B35}" type="pres">
      <dgm:prSet presAssocID="{40D50957-647F-47BB-B182-E98B072D5DD9}" presName="parentLin" presStyleCnt="0"/>
      <dgm:spPr/>
    </dgm:pt>
    <dgm:pt modelId="{A508CD3E-E1F9-46B2-9AE5-515ACFEE5A40}" type="pres">
      <dgm:prSet presAssocID="{40D50957-647F-47BB-B182-E98B072D5DD9}" presName="parentLeftMargin" presStyleLbl="node1" presStyleIdx="0" presStyleCnt="6"/>
      <dgm:spPr/>
    </dgm:pt>
    <dgm:pt modelId="{D5414FB1-DFD2-400B-A52A-E98DCB99D801}" type="pres">
      <dgm:prSet presAssocID="{40D50957-647F-47BB-B182-E98B072D5DD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349D0A4-C524-4D5D-9A57-AD64A1AE54F5}" type="pres">
      <dgm:prSet presAssocID="{40D50957-647F-47BB-B182-E98B072D5DD9}" presName="negativeSpace" presStyleCnt="0"/>
      <dgm:spPr/>
    </dgm:pt>
    <dgm:pt modelId="{BBAEFF14-87D2-449E-9E57-8C1C032F2B12}" type="pres">
      <dgm:prSet presAssocID="{40D50957-647F-47BB-B182-E98B072D5DD9}" presName="childText" presStyleLbl="conFgAcc1" presStyleIdx="1" presStyleCnt="6">
        <dgm:presLayoutVars>
          <dgm:bulletEnabled val="1"/>
        </dgm:presLayoutVars>
      </dgm:prSet>
      <dgm:spPr/>
    </dgm:pt>
    <dgm:pt modelId="{ADC3CDB0-1E71-4E2B-8C21-2930DBC24FE1}" type="pres">
      <dgm:prSet presAssocID="{F39322A2-3BE1-4417-8FE3-DF9A5B28458C}" presName="spaceBetweenRectangles" presStyleCnt="0"/>
      <dgm:spPr/>
    </dgm:pt>
    <dgm:pt modelId="{1EF179D6-2996-4F0B-B3F1-F5DE92388476}" type="pres">
      <dgm:prSet presAssocID="{53DD1B7C-850A-4A0A-B4DD-D7FF98C7B6A4}" presName="parentLin" presStyleCnt="0"/>
      <dgm:spPr/>
    </dgm:pt>
    <dgm:pt modelId="{EA6FA7D2-1835-49ED-A602-80C11404202C}" type="pres">
      <dgm:prSet presAssocID="{53DD1B7C-850A-4A0A-B4DD-D7FF98C7B6A4}" presName="parentLeftMargin" presStyleLbl="node1" presStyleIdx="1" presStyleCnt="6"/>
      <dgm:spPr/>
    </dgm:pt>
    <dgm:pt modelId="{90C74F49-A25F-40EA-98F3-31F9D62B193E}" type="pres">
      <dgm:prSet presAssocID="{53DD1B7C-850A-4A0A-B4DD-D7FF98C7B6A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74B2B14-4890-41EE-ABB6-CD75BB156F36}" type="pres">
      <dgm:prSet presAssocID="{53DD1B7C-850A-4A0A-B4DD-D7FF98C7B6A4}" presName="negativeSpace" presStyleCnt="0"/>
      <dgm:spPr/>
    </dgm:pt>
    <dgm:pt modelId="{F91F0B54-9E45-4A34-B320-4F827A840767}" type="pres">
      <dgm:prSet presAssocID="{53DD1B7C-850A-4A0A-B4DD-D7FF98C7B6A4}" presName="childText" presStyleLbl="conFgAcc1" presStyleIdx="2" presStyleCnt="6">
        <dgm:presLayoutVars>
          <dgm:bulletEnabled val="1"/>
        </dgm:presLayoutVars>
      </dgm:prSet>
      <dgm:spPr/>
    </dgm:pt>
    <dgm:pt modelId="{C5BCC95E-B5BE-4A03-8E00-0921C471A0A7}" type="pres">
      <dgm:prSet presAssocID="{25AA2812-EE46-4DE1-9259-0E936A501156}" presName="spaceBetweenRectangles" presStyleCnt="0"/>
      <dgm:spPr/>
    </dgm:pt>
    <dgm:pt modelId="{D5E51118-2269-441E-9598-0E78D9853758}" type="pres">
      <dgm:prSet presAssocID="{F874C033-1659-44C6-BFA4-220C6EC4DF6B}" presName="parentLin" presStyleCnt="0"/>
      <dgm:spPr/>
    </dgm:pt>
    <dgm:pt modelId="{38AE8EF7-5511-4D45-A71F-EADC28F7E364}" type="pres">
      <dgm:prSet presAssocID="{F874C033-1659-44C6-BFA4-220C6EC4DF6B}" presName="parentLeftMargin" presStyleLbl="node1" presStyleIdx="2" presStyleCnt="6"/>
      <dgm:spPr/>
    </dgm:pt>
    <dgm:pt modelId="{2BADACA0-AFBB-4F57-BDC1-A6B047F033D0}" type="pres">
      <dgm:prSet presAssocID="{F874C033-1659-44C6-BFA4-220C6EC4DF6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21951E2-1979-405F-8339-F7A46C9BC3DA}" type="pres">
      <dgm:prSet presAssocID="{F874C033-1659-44C6-BFA4-220C6EC4DF6B}" presName="negativeSpace" presStyleCnt="0"/>
      <dgm:spPr/>
    </dgm:pt>
    <dgm:pt modelId="{C3B6A017-5509-4FC8-BEDC-E657971880E3}" type="pres">
      <dgm:prSet presAssocID="{F874C033-1659-44C6-BFA4-220C6EC4DF6B}" presName="childText" presStyleLbl="conFgAcc1" presStyleIdx="3" presStyleCnt="6">
        <dgm:presLayoutVars>
          <dgm:bulletEnabled val="1"/>
        </dgm:presLayoutVars>
      </dgm:prSet>
      <dgm:spPr/>
    </dgm:pt>
    <dgm:pt modelId="{498663B0-A0C0-429B-B02B-F02E7BADFCCC}" type="pres">
      <dgm:prSet presAssocID="{96E5C1B2-9B77-41D0-A43C-BF0DA13FA9ED}" presName="spaceBetweenRectangles" presStyleCnt="0"/>
      <dgm:spPr/>
    </dgm:pt>
    <dgm:pt modelId="{F5B7DEE7-436E-4F73-8872-62FD19D3DF9C}" type="pres">
      <dgm:prSet presAssocID="{CBB52FD1-CA5E-447D-A0B5-FF61AFE8C650}" presName="parentLin" presStyleCnt="0"/>
      <dgm:spPr/>
    </dgm:pt>
    <dgm:pt modelId="{F0EF9A38-9380-4A49-8D65-D45336A19BBA}" type="pres">
      <dgm:prSet presAssocID="{CBB52FD1-CA5E-447D-A0B5-FF61AFE8C650}" presName="parentLeftMargin" presStyleLbl="node1" presStyleIdx="3" presStyleCnt="6"/>
      <dgm:spPr/>
    </dgm:pt>
    <dgm:pt modelId="{C13C6853-9F29-4109-B898-C6B48BBA3F2C}" type="pres">
      <dgm:prSet presAssocID="{CBB52FD1-CA5E-447D-A0B5-FF61AFE8C65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A05BD81-560A-4979-89F7-DFA6A60F5270}" type="pres">
      <dgm:prSet presAssocID="{CBB52FD1-CA5E-447D-A0B5-FF61AFE8C650}" presName="negativeSpace" presStyleCnt="0"/>
      <dgm:spPr/>
    </dgm:pt>
    <dgm:pt modelId="{7FB2C39D-6BA0-4336-B2F0-DB7F1D1EB7AD}" type="pres">
      <dgm:prSet presAssocID="{CBB52FD1-CA5E-447D-A0B5-FF61AFE8C650}" presName="childText" presStyleLbl="conFgAcc1" presStyleIdx="4" presStyleCnt="6">
        <dgm:presLayoutVars>
          <dgm:bulletEnabled val="1"/>
        </dgm:presLayoutVars>
      </dgm:prSet>
      <dgm:spPr/>
    </dgm:pt>
    <dgm:pt modelId="{A8AF049A-8ECE-42B7-9D9C-8BC46925546D}" type="pres">
      <dgm:prSet presAssocID="{D56B5571-9DAC-4C5D-83DE-DD39051C6747}" presName="spaceBetweenRectangles" presStyleCnt="0"/>
      <dgm:spPr/>
    </dgm:pt>
    <dgm:pt modelId="{3666ABFC-B5BC-4895-8BEA-57262DC798D7}" type="pres">
      <dgm:prSet presAssocID="{227A5DFB-B3BF-4BAF-92CD-CBDFF8423540}" presName="parentLin" presStyleCnt="0"/>
      <dgm:spPr/>
    </dgm:pt>
    <dgm:pt modelId="{A9A08CA5-D431-4AE4-A4E5-43E984C67766}" type="pres">
      <dgm:prSet presAssocID="{227A5DFB-B3BF-4BAF-92CD-CBDFF8423540}" presName="parentLeftMargin" presStyleLbl="node1" presStyleIdx="4" presStyleCnt="6"/>
      <dgm:spPr/>
    </dgm:pt>
    <dgm:pt modelId="{D450488C-9806-423D-B330-0BF37BE79A26}" type="pres">
      <dgm:prSet presAssocID="{227A5DFB-B3BF-4BAF-92CD-CBDFF842354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13E0ED1-89B1-455A-B863-9F6630994002}" type="pres">
      <dgm:prSet presAssocID="{227A5DFB-B3BF-4BAF-92CD-CBDFF8423540}" presName="negativeSpace" presStyleCnt="0"/>
      <dgm:spPr/>
    </dgm:pt>
    <dgm:pt modelId="{6EE619DF-99E8-477C-9EC0-C34CD700FD94}" type="pres">
      <dgm:prSet presAssocID="{227A5DFB-B3BF-4BAF-92CD-CBDFF842354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BDEF500-B6CE-43AB-B201-B21D28E4965F}" type="presOf" srcId="{D575897C-468E-4D27-B8BB-0E3D563BCF25}" destId="{3B822BDE-E9A7-49F5-AF86-EBD164B05B2C}" srcOrd="1" destOrd="0" presId="urn:microsoft.com/office/officeart/2005/8/layout/list1"/>
    <dgm:cxn modelId="{76898D02-08FF-41AC-A2E3-3D999660041C}" type="presOf" srcId="{40D50957-647F-47BB-B182-E98B072D5DD9}" destId="{A508CD3E-E1F9-46B2-9AE5-515ACFEE5A40}" srcOrd="0" destOrd="0" presId="urn:microsoft.com/office/officeart/2005/8/layout/list1"/>
    <dgm:cxn modelId="{23045D15-E6C3-4623-9C0C-AED4403D0CBD}" srcId="{6C3A0EAE-1574-4B82-9C5E-E9B59A976D34}" destId="{40D50957-647F-47BB-B182-E98B072D5DD9}" srcOrd="1" destOrd="0" parTransId="{BDD2FDA9-B46B-41A4-8812-A4A30E5EE95A}" sibTransId="{F39322A2-3BE1-4417-8FE3-DF9A5B28458C}"/>
    <dgm:cxn modelId="{1DB0E418-67F4-4EF2-BB5B-B88B2D80E27C}" type="presOf" srcId="{227A5DFB-B3BF-4BAF-92CD-CBDFF8423540}" destId="{D450488C-9806-423D-B330-0BF37BE79A26}" srcOrd="1" destOrd="0" presId="urn:microsoft.com/office/officeart/2005/8/layout/list1"/>
    <dgm:cxn modelId="{58621437-1406-48ED-B11F-F79C87146331}" type="presOf" srcId="{227A5DFB-B3BF-4BAF-92CD-CBDFF8423540}" destId="{A9A08CA5-D431-4AE4-A4E5-43E984C67766}" srcOrd="0" destOrd="0" presId="urn:microsoft.com/office/officeart/2005/8/layout/list1"/>
    <dgm:cxn modelId="{AE45A337-3BE0-40B8-A165-DFD6D92318A5}" srcId="{6C3A0EAE-1574-4B82-9C5E-E9B59A976D34}" destId="{53DD1B7C-850A-4A0A-B4DD-D7FF98C7B6A4}" srcOrd="2" destOrd="0" parTransId="{C1713F73-E252-4AD6-8E7F-BDA0604C871C}" sibTransId="{25AA2812-EE46-4DE1-9259-0E936A501156}"/>
    <dgm:cxn modelId="{E24DE33D-E0CB-461C-976E-127B2672E92B}" type="presOf" srcId="{6C3A0EAE-1574-4B82-9C5E-E9B59A976D34}" destId="{8A3868F7-F42A-4C18-AB08-27410EC21DF0}" srcOrd="0" destOrd="0" presId="urn:microsoft.com/office/officeart/2005/8/layout/list1"/>
    <dgm:cxn modelId="{41DE6A42-3482-492F-BDE4-920D95AC6AC8}" type="presOf" srcId="{40D50957-647F-47BB-B182-E98B072D5DD9}" destId="{D5414FB1-DFD2-400B-A52A-E98DCB99D801}" srcOrd="1" destOrd="0" presId="urn:microsoft.com/office/officeart/2005/8/layout/list1"/>
    <dgm:cxn modelId="{0C422263-6A95-4B14-8568-8DF835CDE043}" type="presOf" srcId="{53DD1B7C-850A-4A0A-B4DD-D7FF98C7B6A4}" destId="{EA6FA7D2-1835-49ED-A602-80C11404202C}" srcOrd="0" destOrd="0" presId="urn:microsoft.com/office/officeart/2005/8/layout/list1"/>
    <dgm:cxn modelId="{149B9063-FD73-498F-BE1D-5B6FE145EF3E}" type="presOf" srcId="{F874C033-1659-44C6-BFA4-220C6EC4DF6B}" destId="{38AE8EF7-5511-4D45-A71F-EADC28F7E364}" srcOrd="0" destOrd="0" presId="urn:microsoft.com/office/officeart/2005/8/layout/list1"/>
    <dgm:cxn modelId="{4E43E871-6F2A-44D0-9C96-DEF783084FB3}" srcId="{6C3A0EAE-1574-4B82-9C5E-E9B59A976D34}" destId="{D575897C-468E-4D27-B8BB-0E3D563BCF25}" srcOrd="0" destOrd="0" parTransId="{F0DB6A21-6264-448D-877E-E837AD01BED5}" sibTransId="{052D61F2-41F0-4B58-8357-D0DF1EB3FF14}"/>
    <dgm:cxn modelId="{06F77156-DA68-419B-A457-6F0709CF2317}" type="presOf" srcId="{CBB52FD1-CA5E-447D-A0B5-FF61AFE8C650}" destId="{F0EF9A38-9380-4A49-8D65-D45336A19BBA}" srcOrd="0" destOrd="0" presId="urn:microsoft.com/office/officeart/2005/8/layout/list1"/>
    <dgm:cxn modelId="{0A17A181-4AFF-4692-99EF-A5164FF6EF6E}" srcId="{6C3A0EAE-1574-4B82-9C5E-E9B59A976D34}" destId="{F874C033-1659-44C6-BFA4-220C6EC4DF6B}" srcOrd="3" destOrd="0" parTransId="{50D8353F-9395-4F58-9DA5-223356ABDC54}" sibTransId="{96E5C1B2-9B77-41D0-A43C-BF0DA13FA9ED}"/>
    <dgm:cxn modelId="{ABF7CCA2-4B64-4D63-9C03-C1463A3E3576}" type="presOf" srcId="{D575897C-468E-4D27-B8BB-0E3D563BCF25}" destId="{E3A528CC-FB23-4F89-B49F-5A4945A6E0E1}" srcOrd="0" destOrd="0" presId="urn:microsoft.com/office/officeart/2005/8/layout/list1"/>
    <dgm:cxn modelId="{A7B898AB-C737-4D49-A060-DF95C54B4974}" srcId="{6C3A0EAE-1574-4B82-9C5E-E9B59A976D34}" destId="{CBB52FD1-CA5E-447D-A0B5-FF61AFE8C650}" srcOrd="4" destOrd="0" parTransId="{47DD13DC-C6E9-4E51-99EC-17C190107F8D}" sibTransId="{D56B5571-9DAC-4C5D-83DE-DD39051C6747}"/>
    <dgm:cxn modelId="{993B19AD-726D-4479-A33B-AA08A8E2CA35}" srcId="{6C3A0EAE-1574-4B82-9C5E-E9B59A976D34}" destId="{227A5DFB-B3BF-4BAF-92CD-CBDFF8423540}" srcOrd="5" destOrd="0" parTransId="{C8E24931-D574-4C7E-9332-A73C51411B9B}" sibTransId="{89353402-EE48-48A9-88B4-AEA0010A2043}"/>
    <dgm:cxn modelId="{F1711BC1-0818-4856-AD0E-4313D581BCC6}" type="presOf" srcId="{F874C033-1659-44C6-BFA4-220C6EC4DF6B}" destId="{2BADACA0-AFBB-4F57-BDC1-A6B047F033D0}" srcOrd="1" destOrd="0" presId="urn:microsoft.com/office/officeart/2005/8/layout/list1"/>
    <dgm:cxn modelId="{600D78C5-0344-43CF-A7A2-4C9D14F80A1B}" type="presOf" srcId="{CBB52FD1-CA5E-447D-A0B5-FF61AFE8C650}" destId="{C13C6853-9F29-4109-B898-C6B48BBA3F2C}" srcOrd="1" destOrd="0" presId="urn:microsoft.com/office/officeart/2005/8/layout/list1"/>
    <dgm:cxn modelId="{C08D7ACA-C45A-4903-A801-D2DA75BD5A59}" type="presOf" srcId="{53DD1B7C-850A-4A0A-B4DD-D7FF98C7B6A4}" destId="{90C74F49-A25F-40EA-98F3-31F9D62B193E}" srcOrd="1" destOrd="0" presId="urn:microsoft.com/office/officeart/2005/8/layout/list1"/>
    <dgm:cxn modelId="{E3C4F7EA-DF29-4AA9-B04A-4AA59D5FB142}" type="presParOf" srcId="{8A3868F7-F42A-4C18-AB08-27410EC21DF0}" destId="{83448F61-204B-4051-A8CD-C9B944DFF3A7}" srcOrd="0" destOrd="0" presId="urn:microsoft.com/office/officeart/2005/8/layout/list1"/>
    <dgm:cxn modelId="{7FEC4DB0-BD6C-4DA9-9A3C-A52233CC0F9E}" type="presParOf" srcId="{83448F61-204B-4051-A8CD-C9B944DFF3A7}" destId="{E3A528CC-FB23-4F89-B49F-5A4945A6E0E1}" srcOrd="0" destOrd="0" presId="urn:microsoft.com/office/officeart/2005/8/layout/list1"/>
    <dgm:cxn modelId="{304B2B72-E42D-4CA6-BDD2-EC8D718B1230}" type="presParOf" srcId="{83448F61-204B-4051-A8CD-C9B944DFF3A7}" destId="{3B822BDE-E9A7-49F5-AF86-EBD164B05B2C}" srcOrd="1" destOrd="0" presId="urn:microsoft.com/office/officeart/2005/8/layout/list1"/>
    <dgm:cxn modelId="{C23210AC-0EF8-45A2-8B7C-AD97191DC250}" type="presParOf" srcId="{8A3868F7-F42A-4C18-AB08-27410EC21DF0}" destId="{B17A265B-526D-4F5F-A7B1-102815BF7579}" srcOrd="1" destOrd="0" presId="urn:microsoft.com/office/officeart/2005/8/layout/list1"/>
    <dgm:cxn modelId="{0A56E6BB-55F4-45B3-92F1-2A43C452863B}" type="presParOf" srcId="{8A3868F7-F42A-4C18-AB08-27410EC21DF0}" destId="{38FC96D8-D2FC-4B0D-A167-46E5F8B145BB}" srcOrd="2" destOrd="0" presId="urn:microsoft.com/office/officeart/2005/8/layout/list1"/>
    <dgm:cxn modelId="{4985A55E-2932-48BB-A4B7-47F555697C8A}" type="presParOf" srcId="{8A3868F7-F42A-4C18-AB08-27410EC21DF0}" destId="{B8BCC7A0-707B-44FD-9E2F-268F9DDADC46}" srcOrd="3" destOrd="0" presId="urn:microsoft.com/office/officeart/2005/8/layout/list1"/>
    <dgm:cxn modelId="{69DDDDC4-9F0F-4C19-A0EC-C6A0D663B4D0}" type="presParOf" srcId="{8A3868F7-F42A-4C18-AB08-27410EC21DF0}" destId="{685E8056-FF76-43EB-A64F-C49774057B35}" srcOrd="4" destOrd="0" presId="urn:microsoft.com/office/officeart/2005/8/layout/list1"/>
    <dgm:cxn modelId="{6624CF34-C6BB-453A-8801-2AE4D6C308DE}" type="presParOf" srcId="{685E8056-FF76-43EB-A64F-C49774057B35}" destId="{A508CD3E-E1F9-46B2-9AE5-515ACFEE5A40}" srcOrd="0" destOrd="0" presId="urn:microsoft.com/office/officeart/2005/8/layout/list1"/>
    <dgm:cxn modelId="{0044CFD3-AE19-4A07-BE9F-C5DB5FADA278}" type="presParOf" srcId="{685E8056-FF76-43EB-A64F-C49774057B35}" destId="{D5414FB1-DFD2-400B-A52A-E98DCB99D801}" srcOrd="1" destOrd="0" presId="urn:microsoft.com/office/officeart/2005/8/layout/list1"/>
    <dgm:cxn modelId="{567C9A46-1BD7-40F3-8A53-12A71F0D5390}" type="presParOf" srcId="{8A3868F7-F42A-4C18-AB08-27410EC21DF0}" destId="{9349D0A4-C524-4D5D-9A57-AD64A1AE54F5}" srcOrd="5" destOrd="0" presId="urn:microsoft.com/office/officeart/2005/8/layout/list1"/>
    <dgm:cxn modelId="{72A1F5EF-E033-4C66-B7C2-DBFC3F0BF690}" type="presParOf" srcId="{8A3868F7-F42A-4C18-AB08-27410EC21DF0}" destId="{BBAEFF14-87D2-449E-9E57-8C1C032F2B12}" srcOrd="6" destOrd="0" presId="urn:microsoft.com/office/officeart/2005/8/layout/list1"/>
    <dgm:cxn modelId="{AD66D4EA-BF3E-4335-8965-A8937C587AFC}" type="presParOf" srcId="{8A3868F7-F42A-4C18-AB08-27410EC21DF0}" destId="{ADC3CDB0-1E71-4E2B-8C21-2930DBC24FE1}" srcOrd="7" destOrd="0" presId="urn:microsoft.com/office/officeart/2005/8/layout/list1"/>
    <dgm:cxn modelId="{F773C8DC-4A06-451E-B2F3-C70AC286348B}" type="presParOf" srcId="{8A3868F7-F42A-4C18-AB08-27410EC21DF0}" destId="{1EF179D6-2996-4F0B-B3F1-F5DE92388476}" srcOrd="8" destOrd="0" presId="urn:microsoft.com/office/officeart/2005/8/layout/list1"/>
    <dgm:cxn modelId="{73F8A830-5EC5-4E90-A07D-B3B83E8EB81A}" type="presParOf" srcId="{1EF179D6-2996-4F0B-B3F1-F5DE92388476}" destId="{EA6FA7D2-1835-49ED-A602-80C11404202C}" srcOrd="0" destOrd="0" presId="urn:microsoft.com/office/officeart/2005/8/layout/list1"/>
    <dgm:cxn modelId="{A5D3609A-97F5-497D-9A27-52917ADDD806}" type="presParOf" srcId="{1EF179D6-2996-4F0B-B3F1-F5DE92388476}" destId="{90C74F49-A25F-40EA-98F3-31F9D62B193E}" srcOrd="1" destOrd="0" presId="urn:microsoft.com/office/officeart/2005/8/layout/list1"/>
    <dgm:cxn modelId="{1F25BC77-1615-4295-AD39-0CA6FCF15EA4}" type="presParOf" srcId="{8A3868F7-F42A-4C18-AB08-27410EC21DF0}" destId="{374B2B14-4890-41EE-ABB6-CD75BB156F36}" srcOrd="9" destOrd="0" presId="urn:microsoft.com/office/officeart/2005/8/layout/list1"/>
    <dgm:cxn modelId="{5FBCB9B5-C82C-4AAB-871C-B0209DBBA4EE}" type="presParOf" srcId="{8A3868F7-F42A-4C18-AB08-27410EC21DF0}" destId="{F91F0B54-9E45-4A34-B320-4F827A840767}" srcOrd="10" destOrd="0" presId="urn:microsoft.com/office/officeart/2005/8/layout/list1"/>
    <dgm:cxn modelId="{C44B8D85-E4A0-4AA4-9817-F43DF4C01F4D}" type="presParOf" srcId="{8A3868F7-F42A-4C18-AB08-27410EC21DF0}" destId="{C5BCC95E-B5BE-4A03-8E00-0921C471A0A7}" srcOrd="11" destOrd="0" presId="urn:microsoft.com/office/officeart/2005/8/layout/list1"/>
    <dgm:cxn modelId="{3B00094E-9F24-4B8E-9EB6-F8E057D777AF}" type="presParOf" srcId="{8A3868F7-F42A-4C18-AB08-27410EC21DF0}" destId="{D5E51118-2269-441E-9598-0E78D9853758}" srcOrd="12" destOrd="0" presId="urn:microsoft.com/office/officeart/2005/8/layout/list1"/>
    <dgm:cxn modelId="{7299B96C-8409-409D-9562-D627E3E4A9B9}" type="presParOf" srcId="{D5E51118-2269-441E-9598-0E78D9853758}" destId="{38AE8EF7-5511-4D45-A71F-EADC28F7E364}" srcOrd="0" destOrd="0" presId="urn:microsoft.com/office/officeart/2005/8/layout/list1"/>
    <dgm:cxn modelId="{89A79A3D-FD19-4679-8F57-EACA0811BE53}" type="presParOf" srcId="{D5E51118-2269-441E-9598-0E78D9853758}" destId="{2BADACA0-AFBB-4F57-BDC1-A6B047F033D0}" srcOrd="1" destOrd="0" presId="urn:microsoft.com/office/officeart/2005/8/layout/list1"/>
    <dgm:cxn modelId="{E2C950C5-6610-4F81-83E9-EAF49F4A18DF}" type="presParOf" srcId="{8A3868F7-F42A-4C18-AB08-27410EC21DF0}" destId="{321951E2-1979-405F-8339-F7A46C9BC3DA}" srcOrd="13" destOrd="0" presId="urn:microsoft.com/office/officeart/2005/8/layout/list1"/>
    <dgm:cxn modelId="{832ADE44-DE69-4719-A1DE-CD50CF4391B8}" type="presParOf" srcId="{8A3868F7-F42A-4C18-AB08-27410EC21DF0}" destId="{C3B6A017-5509-4FC8-BEDC-E657971880E3}" srcOrd="14" destOrd="0" presId="urn:microsoft.com/office/officeart/2005/8/layout/list1"/>
    <dgm:cxn modelId="{9D56DAA1-DA09-4C64-AF52-66CEDEFFD2A6}" type="presParOf" srcId="{8A3868F7-F42A-4C18-AB08-27410EC21DF0}" destId="{498663B0-A0C0-429B-B02B-F02E7BADFCCC}" srcOrd="15" destOrd="0" presId="urn:microsoft.com/office/officeart/2005/8/layout/list1"/>
    <dgm:cxn modelId="{92F4AAA9-5243-4F64-BF07-3ACA5B490497}" type="presParOf" srcId="{8A3868F7-F42A-4C18-AB08-27410EC21DF0}" destId="{F5B7DEE7-436E-4F73-8872-62FD19D3DF9C}" srcOrd="16" destOrd="0" presId="urn:microsoft.com/office/officeart/2005/8/layout/list1"/>
    <dgm:cxn modelId="{B0C6F062-B29A-4E53-9B33-BD168121560C}" type="presParOf" srcId="{F5B7DEE7-436E-4F73-8872-62FD19D3DF9C}" destId="{F0EF9A38-9380-4A49-8D65-D45336A19BBA}" srcOrd="0" destOrd="0" presId="urn:microsoft.com/office/officeart/2005/8/layout/list1"/>
    <dgm:cxn modelId="{649934AB-7849-4397-B066-DD35010B19DE}" type="presParOf" srcId="{F5B7DEE7-436E-4F73-8872-62FD19D3DF9C}" destId="{C13C6853-9F29-4109-B898-C6B48BBA3F2C}" srcOrd="1" destOrd="0" presId="urn:microsoft.com/office/officeart/2005/8/layout/list1"/>
    <dgm:cxn modelId="{199A61C0-0D3D-470D-B05E-16A043935363}" type="presParOf" srcId="{8A3868F7-F42A-4C18-AB08-27410EC21DF0}" destId="{AA05BD81-560A-4979-89F7-DFA6A60F5270}" srcOrd="17" destOrd="0" presId="urn:microsoft.com/office/officeart/2005/8/layout/list1"/>
    <dgm:cxn modelId="{ACCB3195-0BC4-41D1-A371-256263B1D967}" type="presParOf" srcId="{8A3868F7-F42A-4C18-AB08-27410EC21DF0}" destId="{7FB2C39D-6BA0-4336-B2F0-DB7F1D1EB7AD}" srcOrd="18" destOrd="0" presId="urn:microsoft.com/office/officeart/2005/8/layout/list1"/>
    <dgm:cxn modelId="{D6CCBB14-D1FA-4D2C-ABFE-F4B576F428F9}" type="presParOf" srcId="{8A3868F7-F42A-4C18-AB08-27410EC21DF0}" destId="{A8AF049A-8ECE-42B7-9D9C-8BC46925546D}" srcOrd="19" destOrd="0" presId="urn:microsoft.com/office/officeart/2005/8/layout/list1"/>
    <dgm:cxn modelId="{C2DCF3EF-F19F-4A35-85F4-DE8585463223}" type="presParOf" srcId="{8A3868F7-F42A-4C18-AB08-27410EC21DF0}" destId="{3666ABFC-B5BC-4895-8BEA-57262DC798D7}" srcOrd="20" destOrd="0" presId="urn:microsoft.com/office/officeart/2005/8/layout/list1"/>
    <dgm:cxn modelId="{0E9E584A-86BD-4B58-82D4-EEB4F1D6F9FD}" type="presParOf" srcId="{3666ABFC-B5BC-4895-8BEA-57262DC798D7}" destId="{A9A08CA5-D431-4AE4-A4E5-43E984C67766}" srcOrd="0" destOrd="0" presId="urn:microsoft.com/office/officeart/2005/8/layout/list1"/>
    <dgm:cxn modelId="{44BBAC04-0CCA-4A12-A005-4267FA5C3EBF}" type="presParOf" srcId="{3666ABFC-B5BC-4895-8BEA-57262DC798D7}" destId="{D450488C-9806-423D-B330-0BF37BE79A26}" srcOrd="1" destOrd="0" presId="urn:microsoft.com/office/officeart/2005/8/layout/list1"/>
    <dgm:cxn modelId="{02E30140-163A-48EF-A61A-43AEE9FC5D5B}" type="presParOf" srcId="{8A3868F7-F42A-4C18-AB08-27410EC21DF0}" destId="{213E0ED1-89B1-455A-B863-9F6630994002}" srcOrd="21" destOrd="0" presId="urn:microsoft.com/office/officeart/2005/8/layout/list1"/>
    <dgm:cxn modelId="{D4A5A744-C425-48FC-8595-51C783F42329}" type="presParOf" srcId="{8A3868F7-F42A-4C18-AB08-27410EC21DF0}" destId="{6EE619DF-99E8-477C-9EC0-C34CD700FD9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ADE6FC-001E-400B-B708-3AE7F150A3F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BE93FEA-27BC-4278-A586-5BFB2FE3AC38}">
      <dgm:prSet/>
      <dgm:spPr/>
      <dgm:t>
        <a:bodyPr/>
        <a:lstStyle/>
        <a:p>
          <a:r>
            <a:rPr lang="en-US" b="1"/>
            <a:t>Hyperparameters:</a:t>
          </a:r>
          <a:endParaRPr lang="en-US"/>
        </a:p>
      </dgm:t>
    </dgm:pt>
    <dgm:pt modelId="{3EBC71B1-D37A-4119-86E8-2315CC40D549}" type="parTrans" cxnId="{3E9A9D78-A42D-4BB8-AC57-7310C2280108}">
      <dgm:prSet/>
      <dgm:spPr/>
      <dgm:t>
        <a:bodyPr/>
        <a:lstStyle/>
        <a:p>
          <a:endParaRPr lang="en-US"/>
        </a:p>
      </dgm:t>
    </dgm:pt>
    <dgm:pt modelId="{143AA9CB-FC6E-4134-9B34-2FAF522D63C9}" type="sibTrans" cxnId="{3E9A9D78-A42D-4BB8-AC57-7310C2280108}">
      <dgm:prSet/>
      <dgm:spPr/>
      <dgm:t>
        <a:bodyPr/>
        <a:lstStyle/>
        <a:p>
          <a:endParaRPr lang="en-US"/>
        </a:p>
      </dgm:t>
    </dgm:pt>
    <dgm:pt modelId="{E28114FB-7B77-4277-963A-803DDE134ED9}">
      <dgm:prSet/>
      <dgm:spPr/>
      <dgm:t>
        <a:bodyPr/>
        <a:lstStyle/>
        <a:p>
          <a:r>
            <a:rPr lang="en-US"/>
            <a:t>n_estimators = 500</a:t>
          </a:r>
        </a:p>
      </dgm:t>
    </dgm:pt>
    <dgm:pt modelId="{32562F92-840E-4723-9B88-C71878C1735A}" type="parTrans" cxnId="{A1B9EF08-FDCF-432D-B98D-2414905E7C3F}">
      <dgm:prSet/>
      <dgm:spPr/>
      <dgm:t>
        <a:bodyPr/>
        <a:lstStyle/>
        <a:p>
          <a:endParaRPr lang="en-US"/>
        </a:p>
      </dgm:t>
    </dgm:pt>
    <dgm:pt modelId="{1083C5AA-E79D-44F9-AD83-F1665827E94E}" type="sibTrans" cxnId="{A1B9EF08-FDCF-432D-B98D-2414905E7C3F}">
      <dgm:prSet/>
      <dgm:spPr/>
      <dgm:t>
        <a:bodyPr/>
        <a:lstStyle/>
        <a:p>
          <a:endParaRPr lang="en-US"/>
        </a:p>
      </dgm:t>
    </dgm:pt>
    <dgm:pt modelId="{66AF7672-8B0E-4BB1-94AE-0FFE9D07A08E}">
      <dgm:prSet/>
      <dgm:spPr/>
      <dgm:t>
        <a:bodyPr/>
        <a:lstStyle/>
        <a:p>
          <a:r>
            <a:rPr lang="en-US"/>
            <a:t>learning_rate = 0.05</a:t>
          </a:r>
        </a:p>
      </dgm:t>
    </dgm:pt>
    <dgm:pt modelId="{DC81D0B9-2769-4FD4-8CCF-6AC50382375C}" type="parTrans" cxnId="{E6EF503C-A7C5-4188-AEE4-0A51A67DEDA2}">
      <dgm:prSet/>
      <dgm:spPr/>
      <dgm:t>
        <a:bodyPr/>
        <a:lstStyle/>
        <a:p>
          <a:endParaRPr lang="en-US"/>
        </a:p>
      </dgm:t>
    </dgm:pt>
    <dgm:pt modelId="{0E591F37-5AEE-4CD2-9281-8F1E974E734A}" type="sibTrans" cxnId="{E6EF503C-A7C5-4188-AEE4-0A51A67DEDA2}">
      <dgm:prSet/>
      <dgm:spPr/>
      <dgm:t>
        <a:bodyPr/>
        <a:lstStyle/>
        <a:p>
          <a:endParaRPr lang="en-US"/>
        </a:p>
      </dgm:t>
    </dgm:pt>
    <dgm:pt modelId="{A1521A95-C6A9-4786-9C00-A6A65EE5B6F1}">
      <dgm:prSet/>
      <dgm:spPr/>
      <dgm:t>
        <a:bodyPr/>
        <a:lstStyle/>
        <a:p>
          <a:r>
            <a:rPr lang="en-US"/>
            <a:t>max_depth = 5</a:t>
          </a:r>
        </a:p>
      </dgm:t>
    </dgm:pt>
    <dgm:pt modelId="{0E944E26-400E-4871-9CA7-AE2A94DB9033}" type="parTrans" cxnId="{874289DD-FE04-4D76-ACCD-79AF64F7C27A}">
      <dgm:prSet/>
      <dgm:spPr/>
      <dgm:t>
        <a:bodyPr/>
        <a:lstStyle/>
        <a:p>
          <a:endParaRPr lang="en-US"/>
        </a:p>
      </dgm:t>
    </dgm:pt>
    <dgm:pt modelId="{1A7C40ED-CBEE-4206-B30E-83C1B5B01F50}" type="sibTrans" cxnId="{874289DD-FE04-4D76-ACCD-79AF64F7C27A}">
      <dgm:prSet/>
      <dgm:spPr/>
      <dgm:t>
        <a:bodyPr/>
        <a:lstStyle/>
        <a:p>
          <a:endParaRPr lang="en-US"/>
        </a:p>
      </dgm:t>
    </dgm:pt>
    <dgm:pt modelId="{B96CC854-55A1-4C0A-A3B0-99BB6DD67312}">
      <dgm:prSet/>
      <dgm:spPr/>
      <dgm:t>
        <a:bodyPr/>
        <a:lstStyle/>
        <a:p>
          <a:r>
            <a:rPr lang="en-US" b="1"/>
            <a:t>Training Process:</a:t>
          </a:r>
          <a:endParaRPr lang="en-US"/>
        </a:p>
      </dgm:t>
    </dgm:pt>
    <dgm:pt modelId="{A55FA8AD-0C0A-4BD2-9895-028D0E05B723}" type="parTrans" cxnId="{75844858-DA90-457E-BF06-73534D30ACC1}">
      <dgm:prSet/>
      <dgm:spPr/>
      <dgm:t>
        <a:bodyPr/>
        <a:lstStyle/>
        <a:p>
          <a:endParaRPr lang="en-US"/>
        </a:p>
      </dgm:t>
    </dgm:pt>
    <dgm:pt modelId="{C2A9105E-125B-4929-BB8C-5CAC569C4A7A}" type="sibTrans" cxnId="{75844858-DA90-457E-BF06-73534D30ACC1}">
      <dgm:prSet/>
      <dgm:spPr/>
      <dgm:t>
        <a:bodyPr/>
        <a:lstStyle/>
        <a:p>
          <a:endParaRPr lang="en-US"/>
        </a:p>
      </dgm:t>
    </dgm:pt>
    <dgm:pt modelId="{0E833CE0-D0D0-414A-AFD2-C062A5607B28}">
      <dgm:prSet/>
      <dgm:spPr/>
      <dgm:t>
        <a:bodyPr/>
        <a:lstStyle/>
        <a:p>
          <a:r>
            <a:rPr lang="en-US"/>
            <a:t>Fit model on log-transformed population</a:t>
          </a:r>
        </a:p>
      </dgm:t>
    </dgm:pt>
    <dgm:pt modelId="{DF6ABB67-BBD1-4248-B0F5-0CB2EC7F42FC}" type="parTrans" cxnId="{5D71D543-93D4-4ABE-B175-03485DF7D1CC}">
      <dgm:prSet/>
      <dgm:spPr/>
      <dgm:t>
        <a:bodyPr/>
        <a:lstStyle/>
        <a:p>
          <a:endParaRPr lang="en-US"/>
        </a:p>
      </dgm:t>
    </dgm:pt>
    <dgm:pt modelId="{37911337-D786-4937-ADF3-E3673D5C3F76}" type="sibTrans" cxnId="{5D71D543-93D4-4ABE-B175-03485DF7D1CC}">
      <dgm:prSet/>
      <dgm:spPr/>
      <dgm:t>
        <a:bodyPr/>
        <a:lstStyle/>
        <a:p>
          <a:endParaRPr lang="en-US"/>
        </a:p>
      </dgm:t>
    </dgm:pt>
    <dgm:pt modelId="{4921B15A-6970-44B9-9434-4BC300DEB81F}">
      <dgm:prSet/>
      <dgm:spPr/>
      <dgm:t>
        <a:bodyPr/>
        <a:lstStyle/>
        <a:p>
          <a:r>
            <a:rPr lang="en-US"/>
            <a:t>Used engineered features</a:t>
          </a:r>
        </a:p>
      </dgm:t>
    </dgm:pt>
    <dgm:pt modelId="{2D719437-D713-47D6-A3CB-0DCE1E898EE1}" type="parTrans" cxnId="{46D9C65A-7495-425F-9FAC-85EC005A7CB9}">
      <dgm:prSet/>
      <dgm:spPr/>
      <dgm:t>
        <a:bodyPr/>
        <a:lstStyle/>
        <a:p>
          <a:endParaRPr lang="en-US"/>
        </a:p>
      </dgm:t>
    </dgm:pt>
    <dgm:pt modelId="{84052161-D5DC-4045-B7E1-48B7D73204A1}" type="sibTrans" cxnId="{46D9C65A-7495-425F-9FAC-85EC005A7CB9}">
      <dgm:prSet/>
      <dgm:spPr/>
      <dgm:t>
        <a:bodyPr/>
        <a:lstStyle/>
        <a:p>
          <a:endParaRPr lang="en-US"/>
        </a:p>
      </dgm:t>
    </dgm:pt>
    <dgm:pt modelId="{D4857D05-407D-4389-B4C3-7DC3537A5C2A}" type="pres">
      <dgm:prSet presAssocID="{7BADE6FC-001E-400B-B708-3AE7F150A3FC}" presName="diagram" presStyleCnt="0">
        <dgm:presLayoutVars>
          <dgm:dir/>
          <dgm:resizeHandles val="exact"/>
        </dgm:presLayoutVars>
      </dgm:prSet>
      <dgm:spPr/>
    </dgm:pt>
    <dgm:pt modelId="{0DE97C44-B586-4830-8CDB-CF6187C717AB}" type="pres">
      <dgm:prSet presAssocID="{DBE93FEA-27BC-4278-A586-5BFB2FE3AC38}" presName="node" presStyleLbl="node1" presStyleIdx="0" presStyleCnt="7">
        <dgm:presLayoutVars>
          <dgm:bulletEnabled val="1"/>
        </dgm:presLayoutVars>
      </dgm:prSet>
      <dgm:spPr/>
    </dgm:pt>
    <dgm:pt modelId="{2B04A0F5-04CE-4358-9FAD-0260844A601F}" type="pres">
      <dgm:prSet presAssocID="{143AA9CB-FC6E-4134-9B34-2FAF522D63C9}" presName="sibTrans" presStyleCnt="0"/>
      <dgm:spPr/>
    </dgm:pt>
    <dgm:pt modelId="{752772A6-D0BA-4DD9-9B00-9F0E512966A1}" type="pres">
      <dgm:prSet presAssocID="{E28114FB-7B77-4277-963A-803DDE134ED9}" presName="node" presStyleLbl="node1" presStyleIdx="1" presStyleCnt="7">
        <dgm:presLayoutVars>
          <dgm:bulletEnabled val="1"/>
        </dgm:presLayoutVars>
      </dgm:prSet>
      <dgm:spPr/>
    </dgm:pt>
    <dgm:pt modelId="{56065F66-9AE9-4F9F-8FC9-701EB8B65D9C}" type="pres">
      <dgm:prSet presAssocID="{1083C5AA-E79D-44F9-AD83-F1665827E94E}" presName="sibTrans" presStyleCnt="0"/>
      <dgm:spPr/>
    </dgm:pt>
    <dgm:pt modelId="{F2AB519F-702D-4792-9D8C-632415C90013}" type="pres">
      <dgm:prSet presAssocID="{66AF7672-8B0E-4BB1-94AE-0FFE9D07A08E}" presName="node" presStyleLbl="node1" presStyleIdx="2" presStyleCnt="7">
        <dgm:presLayoutVars>
          <dgm:bulletEnabled val="1"/>
        </dgm:presLayoutVars>
      </dgm:prSet>
      <dgm:spPr/>
    </dgm:pt>
    <dgm:pt modelId="{50E913FC-956A-4949-AF89-7CA758490382}" type="pres">
      <dgm:prSet presAssocID="{0E591F37-5AEE-4CD2-9281-8F1E974E734A}" presName="sibTrans" presStyleCnt="0"/>
      <dgm:spPr/>
    </dgm:pt>
    <dgm:pt modelId="{7563659B-DD23-4202-B873-137A374ADD97}" type="pres">
      <dgm:prSet presAssocID="{A1521A95-C6A9-4786-9C00-A6A65EE5B6F1}" presName="node" presStyleLbl="node1" presStyleIdx="3" presStyleCnt="7">
        <dgm:presLayoutVars>
          <dgm:bulletEnabled val="1"/>
        </dgm:presLayoutVars>
      </dgm:prSet>
      <dgm:spPr/>
    </dgm:pt>
    <dgm:pt modelId="{1E2D6FD0-BEED-464C-B20F-68BD36CA7BAE}" type="pres">
      <dgm:prSet presAssocID="{1A7C40ED-CBEE-4206-B30E-83C1B5B01F50}" presName="sibTrans" presStyleCnt="0"/>
      <dgm:spPr/>
    </dgm:pt>
    <dgm:pt modelId="{75C8B7E4-C642-433E-94C2-D336962A9198}" type="pres">
      <dgm:prSet presAssocID="{B96CC854-55A1-4C0A-A3B0-99BB6DD67312}" presName="node" presStyleLbl="node1" presStyleIdx="4" presStyleCnt="7">
        <dgm:presLayoutVars>
          <dgm:bulletEnabled val="1"/>
        </dgm:presLayoutVars>
      </dgm:prSet>
      <dgm:spPr/>
    </dgm:pt>
    <dgm:pt modelId="{60B76AA8-C070-4525-B6C8-01272BD85AF1}" type="pres">
      <dgm:prSet presAssocID="{C2A9105E-125B-4929-BB8C-5CAC569C4A7A}" presName="sibTrans" presStyleCnt="0"/>
      <dgm:spPr/>
    </dgm:pt>
    <dgm:pt modelId="{BDF1F89B-EAB8-4941-96BF-BEDFA720403B}" type="pres">
      <dgm:prSet presAssocID="{0E833CE0-D0D0-414A-AFD2-C062A5607B28}" presName="node" presStyleLbl="node1" presStyleIdx="5" presStyleCnt="7">
        <dgm:presLayoutVars>
          <dgm:bulletEnabled val="1"/>
        </dgm:presLayoutVars>
      </dgm:prSet>
      <dgm:spPr/>
    </dgm:pt>
    <dgm:pt modelId="{A5B2DE7B-628E-46C3-A487-B5E6B35A77ED}" type="pres">
      <dgm:prSet presAssocID="{37911337-D786-4937-ADF3-E3673D5C3F76}" presName="sibTrans" presStyleCnt="0"/>
      <dgm:spPr/>
    </dgm:pt>
    <dgm:pt modelId="{240DB76C-2571-42AE-91B7-9E92BD5DF161}" type="pres">
      <dgm:prSet presAssocID="{4921B15A-6970-44B9-9434-4BC300DEB81F}" presName="node" presStyleLbl="node1" presStyleIdx="6" presStyleCnt="7">
        <dgm:presLayoutVars>
          <dgm:bulletEnabled val="1"/>
        </dgm:presLayoutVars>
      </dgm:prSet>
      <dgm:spPr/>
    </dgm:pt>
  </dgm:ptLst>
  <dgm:cxnLst>
    <dgm:cxn modelId="{A1B9EF08-FDCF-432D-B98D-2414905E7C3F}" srcId="{7BADE6FC-001E-400B-B708-3AE7F150A3FC}" destId="{E28114FB-7B77-4277-963A-803DDE134ED9}" srcOrd="1" destOrd="0" parTransId="{32562F92-840E-4723-9B88-C71878C1735A}" sibTransId="{1083C5AA-E79D-44F9-AD83-F1665827E94E}"/>
    <dgm:cxn modelId="{4C68102D-DF54-4366-9762-A097265FAE45}" type="presOf" srcId="{DBE93FEA-27BC-4278-A586-5BFB2FE3AC38}" destId="{0DE97C44-B586-4830-8CDB-CF6187C717AB}" srcOrd="0" destOrd="0" presId="urn:microsoft.com/office/officeart/2005/8/layout/default"/>
    <dgm:cxn modelId="{E6EF503C-A7C5-4188-AEE4-0A51A67DEDA2}" srcId="{7BADE6FC-001E-400B-B708-3AE7F150A3FC}" destId="{66AF7672-8B0E-4BB1-94AE-0FFE9D07A08E}" srcOrd="2" destOrd="0" parTransId="{DC81D0B9-2769-4FD4-8CCF-6AC50382375C}" sibTransId="{0E591F37-5AEE-4CD2-9281-8F1E974E734A}"/>
    <dgm:cxn modelId="{9F0CF63E-3B6A-4CE8-A867-A80C051D0004}" type="presOf" srcId="{66AF7672-8B0E-4BB1-94AE-0FFE9D07A08E}" destId="{F2AB519F-702D-4792-9D8C-632415C90013}" srcOrd="0" destOrd="0" presId="urn:microsoft.com/office/officeart/2005/8/layout/default"/>
    <dgm:cxn modelId="{AF22EA3F-D345-4828-A84B-B7C616D7F77F}" type="presOf" srcId="{0E833CE0-D0D0-414A-AFD2-C062A5607B28}" destId="{BDF1F89B-EAB8-4941-96BF-BEDFA720403B}" srcOrd="0" destOrd="0" presId="urn:microsoft.com/office/officeart/2005/8/layout/default"/>
    <dgm:cxn modelId="{5D71D543-93D4-4ABE-B175-03485DF7D1CC}" srcId="{7BADE6FC-001E-400B-B708-3AE7F150A3FC}" destId="{0E833CE0-D0D0-414A-AFD2-C062A5607B28}" srcOrd="5" destOrd="0" parTransId="{DF6ABB67-BBD1-4248-B0F5-0CB2EC7F42FC}" sibTransId="{37911337-D786-4937-ADF3-E3673D5C3F76}"/>
    <dgm:cxn modelId="{66222A69-368A-4468-9DC7-54C1BAA3242F}" type="presOf" srcId="{7BADE6FC-001E-400B-B708-3AE7F150A3FC}" destId="{D4857D05-407D-4389-B4C3-7DC3537A5C2A}" srcOrd="0" destOrd="0" presId="urn:microsoft.com/office/officeart/2005/8/layout/default"/>
    <dgm:cxn modelId="{41A9A66F-48D1-4E0D-B748-F47E2D858FD6}" type="presOf" srcId="{A1521A95-C6A9-4786-9C00-A6A65EE5B6F1}" destId="{7563659B-DD23-4202-B873-137A374ADD97}" srcOrd="0" destOrd="0" presId="urn:microsoft.com/office/officeart/2005/8/layout/default"/>
    <dgm:cxn modelId="{75844858-DA90-457E-BF06-73534D30ACC1}" srcId="{7BADE6FC-001E-400B-B708-3AE7F150A3FC}" destId="{B96CC854-55A1-4C0A-A3B0-99BB6DD67312}" srcOrd="4" destOrd="0" parTransId="{A55FA8AD-0C0A-4BD2-9895-028D0E05B723}" sibTransId="{C2A9105E-125B-4929-BB8C-5CAC569C4A7A}"/>
    <dgm:cxn modelId="{3E9A9D78-A42D-4BB8-AC57-7310C2280108}" srcId="{7BADE6FC-001E-400B-B708-3AE7F150A3FC}" destId="{DBE93FEA-27BC-4278-A586-5BFB2FE3AC38}" srcOrd="0" destOrd="0" parTransId="{3EBC71B1-D37A-4119-86E8-2315CC40D549}" sibTransId="{143AA9CB-FC6E-4134-9B34-2FAF522D63C9}"/>
    <dgm:cxn modelId="{46D9C65A-7495-425F-9FAC-85EC005A7CB9}" srcId="{7BADE6FC-001E-400B-B708-3AE7F150A3FC}" destId="{4921B15A-6970-44B9-9434-4BC300DEB81F}" srcOrd="6" destOrd="0" parTransId="{2D719437-D713-47D6-A3CB-0DCE1E898EE1}" sibTransId="{84052161-D5DC-4045-B7E1-48B7D73204A1}"/>
    <dgm:cxn modelId="{D553FC5A-5712-492D-A631-F70A8C086F26}" type="presOf" srcId="{B96CC854-55A1-4C0A-A3B0-99BB6DD67312}" destId="{75C8B7E4-C642-433E-94C2-D336962A9198}" srcOrd="0" destOrd="0" presId="urn:microsoft.com/office/officeart/2005/8/layout/default"/>
    <dgm:cxn modelId="{BDECE57E-7824-4BED-87C2-0817EF54CD6C}" type="presOf" srcId="{E28114FB-7B77-4277-963A-803DDE134ED9}" destId="{752772A6-D0BA-4DD9-9B00-9F0E512966A1}" srcOrd="0" destOrd="0" presId="urn:microsoft.com/office/officeart/2005/8/layout/default"/>
    <dgm:cxn modelId="{1145F19B-CAF7-410F-8DA8-EA16DF0D9FBC}" type="presOf" srcId="{4921B15A-6970-44B9-9434-4BC300DEB81F}" destId="{240DB76C-2571-42AE-91B7-9E92BD5DF161}" srcOrd="0" destOrd="0" presId="urn:microsoft.com/office/officeart/2005/8/layout/default"/>
    <dgm:cxn modelId="{874289DD-FE04-4D76-ACCD-79AF64F7C27A}" srcId="{7BADE6FC-001E-400B-B708-3AE7F150A3FC}" destId="{A1521A95-C6A9-4786-9C00-A6A65EE5B6F1}" srcOrd="3" destOrd="0" parTransId="{0E944E26-400E-4871-9CA7-AE2A94DB9033}" sibTransId="{1A7C40ED-CBEE-4206-B30E-83C1B5B01F50}"/>
    <dgm:cxn modelId="{2E049A56-9063-437F-B4F9-4317DF333DBE}" type="presParOf" srcId="{D4857D05-407D-4389-B4C3-7DC3537A5C2A}" destId="{0DE97C44-B586-4830-8CDB-CF6187C717AB}" srcOrd="0" destOrd="0" presId="urn:microsoft.com/office/officeart/2005/8/layout/default"/>
    <dgm:cxn modelId="{F9248908-AEC7-4D6D-84C4-23592A49C505}" type="presParOf" srcId="{D4857D05-407D-4389-B4C3-7DC3537A5C2A}" destId="{2B04A0F5-04CE-4358-9FAD-0260844A601F}" srcOrd="1" destOrd="0" presId="urn:microsoft.com/office/officeart/2005/8/layout/default"/>
    <dgm:cxn modelId="{DED1795D-981F-4725-8673-844073D219B3}" type="presParOf" srcId="{D4857D05-407D-4389-B4C3-7DC3537A5C2A}" destId="{752772A6-D0BA-4DD9-9B00-9F0E512966A1}" srcOrd="2" destOrd="0" presId="urn:microsoft.com/office/officeart/2005/8/layout/default"/>
    <dgm:cxn modelId="{FDD4E884-14C8-4907-AEFD-63E8DD27B870}" type="presParOf" srcId="{D4857D05-407D-4389-B4C3-7DC3537A5C2A}" destId="{56065F66-9AE9-4F9F-8FC9-701EB8B65D9C}" srcOrd="3" destOrd="0" presId="urn:microsoft.com/office/officeart/2005/8/layout/default"/>
    <dgm:cxn modelId="{7F86203D-7430-4513-9518-9466F37B443E}" type="presParOf" srcId="{D4857D05-407D-4389-B4C3-7DC3537A5C2A}" destId="{F2AB519F-702D-4792-9D8C-632415C90013}" srcOrd="4" destOrd="0" presId="urn:microsoft.com/office/officeart/2005/8/layout/default"/>
    <dgm:cxn modelId="{528DF9C5-C3F1-40FE-B6F5-2C9B497521E7}" type="presParOf" srcId="{D4857D05-407D-4389-B4C3-7DC3537A5C2A}" destId="{50E913FC-956A-4949-AF89-7CA758490382}" srcOrd="5" destOrd="0" presId="urn:microsoft.com/office/officeart/2005/8/layout/default"/>
    <dgm:cxn modelId="{EE95A094-72A7-4F84-B6C4-6F38D6F0DC1B}" type="presParOf" srcId="{D4857D05-407D-4389-B4C3-7DC3537A5C2A}" destId="{7563659B-DD23-4202-B873-137A374ADD97}" srcOrd="6" destOrd="0" presId="urn:microsoft.com/office/officeart/2005/8/layout/default"/>
    <dgm:cxn modelId="{10B6DA06-F4B8-458A-BD46-E1AF89640161}" type="presParOf" srcId="{D4857D05-407D-4389-B4C3-7DC3537A5C2A}" destId="{1E2D6FD0-BEED-464C-B20F-68BD36CA7BAE}" srcOrd="7" destOrd="0" presId="urn:microsoft.com/office/officeart/2005/8/layout/default"/>
    <dgm:cxn modelId="{1A782FDB-0F28-4950-A300-91076F3E5A8A}" type="presParOf" srcId="{D4857D05-407D-4389-B4C3-7DC3537A5C2A}" destId="{75C8B7E4-C642-433E-94C2-D336962A9198}" srcOrd="8" destOrd="0" presId="urn:microsoft.com/office/officeart/2005/8/layout/default"/>
    <dgm:cxn modelId="{7BE36DB8-AFE9-4366-9A85-BDFC57D8ECAD}" type="presParOf" srcId="{D4857D05-407D-4389-B4C3-7DC3537A5C2A}" destId="{60B76AA8-C070-4525-B6C8-01272BD85AF1}" srcOrd="9" destOrd="0" presId="urn:microsoft.com/office/officeart/2005/8/layout/default"/>
    <dgm:cxn modelId="{BEC7A54A-B6D3-4164-BDE4-AF8AA07127DA}" type="presParOf" srcId="{D4857D05-407D-4389-B4C3-7DC3537A5C2A}" destId="{BDF1F89B-EAB8-4941-96BF-BEDFA720403B}" srcOrd="10" destOrd="0" presId="urn:microsoft.com/office/officeart/2005/8/layout/default"/>
    <dgm:cxn modelId="{68CBFA00-719E-450D-96F5-124FF0B45A20}" type="presParOf" srcId="{D4857D05-407D-4389-B4C3-7DC3537A5C2A}" destId="{A5B2DE7B-628E-46C3-A487-B5E6B35A77ED}" srcOrd="11" destOrd="0" presId="urn:microsoft.com/office/officeart/2005/8/layout/default"/>
    <dgm:cxn modelId="{A86B92A2-DF1D-48ED-9129-5E6A3E62368A}" type="presParOf" srcId="{D4857D05-407D-4389-B4C3-7DC3537A5C2A}" destId="{240DB76C-2571-42AE-91B7-9E92BD5DF16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A68252-6A7C-49FA-88C8-38F0D5C9D28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84C21AA-B9E6-4621-A5C6-E10C660AD8B0}">
      <dgm:prSet/>
      <dgm:spPr/>
      <dgm:t>
        <a:bodyPr/>
        <a:lstStyle/>
        <a:p>
          <a:r>
            <a:rPr lang="en-US" b="1"/>
            <a:t>Metrics Used:</a:t>
          </a:r>
          <a:endParaRPr lang="en-US"/>
        </a:p>
      </dgm:t>
    </dgm:pt>
    <dgm:pt modelId="{2EF27EEC-6578-4411-B460-ACA3EA65A7F5}" type="parTrans" cxnId="{E11F6FF5-F7DD-4FF7-914C-3865B36C9D80}">
      <dgm:prSet/>
      <dgm:spPr/>
      <dgm:t>
        <a:bodyPr/>
        <a:lstStyle/>
        <a:p>
          <a:endParaRPr lang="en-US"/>
        </a:p>
      </dgm:t>
    </dgm:pt>
    <dgm:pt modelId="{677DC2E3-1BF5-479D-BE23-93F4B0236F54}" type="sibTrans" cxnId="{E11F6FF5-F7DD-4FF7-914C-3865B36C9D80}">
      <dgm:prSet/>
      <dgm:spPr/>
      <dgm:t>
        <a:bodyPr/>
        <a:lstStyle/>
        <a:p>
          <a:endParaRPr lang="en-US"/>
        </a:p>
      </dgm:t>
    </dgm:pt>
    <dgm:pt modelId="{D2DBB30F-E5A0-437E-BC30-8070EC74A1B9}">
      <dgm:prSet/>
      <dgm:spPr/>
      <dgm:t>
        <a:bodyPr/>
        <a:lstStyle/>
        <a:p>
          <a:r>
            <a:rPr lang="en-US"/>
            <a:t>MAE (Mean Absolute Error)</a:t>
          </a:r>
        </a:p>
      </dgm:t>
    </dgm:pt>
    <dgm:pt modelId="{37FA62D0-5C3C-4969-8252-7C4E32DEC5B1}" type="parTrans" cxnId="{0CB02EB5-7CBE-4D4B-837C-A8079E829A16}">
      <dgm:prSet/>
      <dgm:spPr/>
      <dgm:t>
        <a:bodyPr/>
        <a:lstStyle/>
        <a:p>
          <a:endParaRPr lang="en-US"/>
        </a:p>
      </dgm:t>
    </dgm:pt>
    <dgm:pt modelId="{9162D9E4-9CD8-41C4-BB60-567E3D0C5D28}" type="sibTrans" cxnId="{0CB02EB5-7CBE-4D4B-837C-A8079E829A16}">
      <dgm:prSet/>
      <dgm:spPr/>
      <dgm:t>
        <a:bodyPr/>
        <a:lstStyle/>
        <a:p>
          <a:endParaRPr lang="en-US"/>
        </a:p>
      </dgm:t>
    </dgm:pt>
    <dgm:pt modelId="{828B5C0A-0B22-4FF1-88A5-A9FFE4CD1503}">
      <dgm:prSet/>
      <dgm:spPr/>
      <dgm:t>
        <a:bodyPr/>
        <a:lstStyle/>
        <a:p>
          <a:r>
            <a:rPr lang="en-US"/>
            <a:t>R² Score</a:t>
          </a:r>
        </a:p>
      </dgm:t>
    </dgm:pt>
    <dgm:pt modelId="{E3AF82AC-D3EE-40EB-865B-75EDB3CE2D76}" type="parTrans" cxnId="{8D777919-370C-4CA6-A5AA-BA9FAF5DCD97}">
      <dgm:prSet/>
      <dgm:spPr/>
      <dgm:t>
        <a:bodyPr/>
        <a:lstStyle/>
        <a:p>
          <a:endParaRPr lang="en-US"/>
        </a:p>
      </dgm:t>
    </dgm:pt>
    <dgm:pt modelId="{93863904-6BFE-46CB-B752-EF3E162DD2A8}" type="sibTrans" cxnId="{8D777919-370C-4CA6-A5AA-BA9FAF5DCD97}">
      <dgm:prSet/>
      <dgm:spPr/>
      <dgm:t>
        <a:bodyPr/>
        <a:lstStyle/>
        <a:p>
          <a:endParaRPr lang="en-US"/>
        </a:p>
      </dgm:t>
    </dgm:pt>
    <dgm:pt modelId="{A3EF7B94-98FB-46A9-B14C-ECC925C0D887}">
      <dgm:prSet/>
      <dgm:spPr/>
      <dgm:t>
        <a:bodyPr/>
        <a:lstStyle/>
        <a:p>
          <a:r>
            <a:rPr lang="en-US" b="1"/>
            <a:t>Approach:</a:t>
          </a:r>
          <a:endParaRPr lang="en-US"/>
        </a:p>
      </dgm:t>
    </dgm:pt>
    <dgm:pt modelId="{7551F936-FE7B-443F-8C57-1DF881B870D2}" type="parTrans" cxnId="{E9EEA39A-58AC-4985-A918-6202C19939B1}">
      <dgm:prSet/>
      <dgm:spPr/>
      <dgm:t>
        <a:bodyPr/>
        <a:lstStyle/>
        <a:p>
          <a:endParaRPr lang="en-US"/>
        </a:p>
      </dgm:t>
    </dgm:pt>
    <dgm:pt modelId="{31D392B0-5B8C-4326-92D3-E81442F4C8FC}" type="sibTrans" cxnId="{E9EEA39A-58AC-4985-A918-6202C19939B1}">
      <dgm:prSet/>
      <dgm:spPr/>
      <dgm:t>
        <a:bodyPr/>
        <a:lstStyle/>
        <a:p>
          <a:endParaRPr lang="en-US"/>
        </a:p>
      </dgm:t>
    </dgm:pt>
    <dgm:pt modelId="{782FCD7E-15F5-4B07-AE91-DEA809B05BAD}">
      <dgm:prSet/>
      <dgm:spPr/>
      <dgm:t>
        <a:bodyPr/>
        <a:lstStyle/>
        <a:p>
          <a:r>
            <a:rPr lang="en-US"/>
            <a:t>Converted log predictions back to actual values</a:t>
          </a:r>
        </a:p>
      </dgm:t>
    </dgm:pt>
    <dgm:pt modelId="{CDBB1291-3F6F-4E83-B444-5E4CB46D9DA4}" type="parTrans" cxnId="{EBFEA448-23B6-47B5-93EE-B0372C0069A3}">
      <dgm:prSet/>
      <dgm:spPr/>
      <dgm:t>
        <a:bodyPr/>
        <a:lstStyle/>
        <a:p>
          <a:endParaRPr lang="en-US"/>
        </a:p>
      </dgm:t>
    </dgm:pt>
    <dgm:pt modelId="{6F6FA963-7D4E-4D39-8582-0597F423E843}" type="sibTrans" cxnId="{EBFEA448-23B6-47B5-93EE-B0372C0069A3}">
      <dgm:prSet/>
      <dgm:spPr/>
      <dgm:t>
        <a:bodyPr/>
        <a:lstStyle/>
        <a:p>
          <a:endParaRPr lang="en-US"/>
        </a:p>
      </dgm:t>
    </dgm:pt>
    <dgm:pt modelId="{6CA7376D-2116-4E9C-8203-F379D6F9E49E}">
      <dgm:prSet/>
      <dgm:spPr/>
      <dgm:t>
        <a:bodyPr/>
        <a:lstStyle/>
        <a:p>
          <a:r>
            <a:rPr lang="en-US"/>
            <a:t>Evaluated real-world prediction accuracy</a:t>
          </a:r>
        </a:p>
      </dgm:t>
    </dgm:pt>
    <dgm:pt modelId="{2E0AD2F7-1A2F-43EE-893D-DE7684683E96}" type="parTrans" cxnId="{AF711E67-9D1B-4646-92DA-FBD0A6BFCF5B}">
      <dgm:prSet/>
      <dgm:spPr/>
      <dgm:t>
        <a:bodyPr/>
        <a:lstStyle/>
        <a:p>
          <a:endParaRPr lang="en-US"/>
        </a:p>
      </dgm:t>
    </dgm:pt>
    <dgm:pt modelId="{37077617-F96F-4FE6-A06B-36C71A54FF27}" type="sibTrans" cxnId="{AF711E67-9D1B-4646-92DA-FBD0A6BFCF5B}">
      <dgm:prSet/>
      <dgm:spPr/>
      <dgm:t>
        <a:bodyPr/>
        <a:lstStyle/>
        <a:p>
          <a:endParaRPr lang="en-US"/>
        </a:p>
      </dgm:t>
    </dgm:pt>
    <dgm:pt modelId="{3D4767D6-8342-403D-B381-6A33D3EC8A1A}" type="pres">
      <dgm:prSet presAssocID="{DEA68252-6A7C-49FA-88C8-38F0D5C9D281}" presName="linear" presStyleCnt="0">
        <dgm:presLayoutVars>
          <dgm:animLvl val="lvl"/>
          <dgm:resizeHandles val="exact"/>
        </dgm:presLayoutVars>
      </dgm:prSet>
      <dgm:spPr/>
    </dgm:pt>
    <dgm:pt modelId="{3C7A9DDA-225C-472D-9DAA-3F8936169B0B}" type="pres">
      <dgm:prSet presAssocID="{D84C21AA-B9E6-4621-A5C6-E10C660AD8B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CE117AE-3A0E-4DA7-90D2-D142EC36816A}" type="pres">
      <dgm:prSet presAssocID="{677DC2E3-1BF5-479D-BE23-93F4B0236F54}" presName="spacer" presStyleCnt="0"/>
      <dgm:spPr/>
    </dgm:pt>
    <dgm:pt modelId="{2DA1FF65-F5C1-4A8D-B24F-BDBF67A01E53}" type="pres">
      <dgm:prSet presAssocID="{D2DBB30F-E5A0-437E-BC30-8070EC74A1B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0816556-7F55-43D9-A0ED-C0ACF96FC1B4}" type="pres">
      <dgm:prSet presAssocID="{9162D9E4-9CD8-41C4-BB60-567E3D0C5D28}" presName="spacer" presStyleCnt="0"/>
      <dgm:spPr/>
    </dgm:pt>
    <dgm:pt modelId="{203DAD22-6829-42DB-9B36-FD319911F699}" type="pres">
      <dgm:prSet presAssocID="{828B5C0A-0B22-4FF1-88A5-A9FFE4CD150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E3AD024-3282-4FCD-AB45-C8058F61D9F8}" type="pres">
      <dgm:prSet presAssocID="{93863904-6BFE-46CB-B752-EF3E162DD2A8}" presName="spacer" presStyleCnt="0"/>
      <dgm:spPr/>
    </dgm:pt>
    <dgm:pt modelId="{EDACB562-EB62-4DE8-9BBE-098D0175E5AE}" type="pres">
      <dgm:prSet presAssocID="{A3EF7B94-98FB-46A9-B14C-ECC925C0D88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A04ED86-4382-43E5-A2B0-C674E7C9081E}" type="pres">
      <dgm:prSet presAssocID="{31D392B0-5B8C-4326-92D3-E81442F4C8FC}" presName="spacer" presStyleCnt="0"/>
      <dgm:spPr/>
    </dgm:pt>
    <dgm:pt modelId="{2742CF5D-EFDB-49A8-B3A7-8BFAD4A94E3F}" type="pres">
      <dgm:prSet presAssocID="{782FCD7E-15F5-4B07-AE91-DEA809B05BA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B532824-F85B-4F79-8A1B-078B3213937B}" type="pres">
      <dgm:prSet presAssocID="{6F6FA963-7D4E-4D39-8582-0597F423E843}" presName="spacer" presStyleCnt="0"/>
      <dgm:spPr/>
    </dgm:pt>
    <dgm:pt modelId="{05143B10-3C74-4770-8B15-1B55E6AE6AA6}" type="pres">
      <dgm:prSet presAssocID="{6CA7376D-2116-4E9C-8203-F379D6F9E49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D777919-370C-4CA6-A5AA-BA9FAF5DCD97}" srcId="{DEA68252-6A7C-49FA-88C8-38F0D5C9D281}" destId="{828B5C0A-0B22-4FF1-88A5-A9FFE4CD1503}" srcOrd="2" destOrd="0" parTransId="{E3AF82AC-D3EE-40EB-865B-75EDB3CE2D76}" sibTransId="{93863904-6BFE-46CB-B752-EF3E162DD2A8}"/>
    <dgm:cxn modelId="{45086E2A-53CC-403F-A3C9-726D0F03FB4B}" type="presOf" srcId="{828B5C0A-0B22-4FF1-88A5-A9FFE4CD1503}" destId="{203DAD22-6829-42DB-9B36-FD319911F699}" srcOrd="0" destOrd="0" presId="urn:microsoft.com/office/officeart/2005/8/layout/vList2"/>
    <dgm:cxn modelId="{AF711E67-9D1B-4646-92DA-FBD0A6BFCF5B}" srcId="{DEA68252-6A7C-49FA-88C8-38F0D5C9D281}" destId="{6CA7376D-2116-4E9C-8203-F379D6F9E49E}" srcOrd="5" destOrd="0" parTransId="{2E0AD2F7-1A2F-43EE-893D-DE7684683E96}" sibTransId="{37077617-F96F-4FE6-A06B-36C71A54FF27}"/>
    <dgm:cxn modelId="{EBFEA448-23B6-47B5-93EE-B0372C0069A3}" srcId="{DEA68252-6A7C-49FA-88C8-38F0D5C9D281}" destId="{782FCD7E-15F5-4B07-AE91-DEA809B05BAD}" srcOrd="4" destOrd="0" parTransId="{CDBB1291-3F6F-4E83-B444-5E4CB46D9DA4}" sibTransId="{6F6FA963-7D4E-4D39-8582-0597F423E843}"/>
    <dgm:cxn modelId="{D7504D97-E37B-4AD4-B858-140F456AC22B}" type="presOf" srcId="{D84C21AA-B9E6-4621-A5C6-E10C660AD8B0}" destId="{3C7A9DDA-225C-472D-9DAA-3F8936169B0B}" srcOrd="0" destOrd="0" presId="urn:microsoft.com/office/officeart/2005/8/layout/vList2"/>
    <dgm:cxn modelId="{936BA698-CF7F-44FF-88C1-D72A7482988A}" type="presOf" srcId="{782FCD7E-15F5-4B07-AE91-DEA809B05BAD}" destId="{2742CF5D-EFDB-49A8-B3A7-8BFAD4A94E3F}" srcOrd="0" destOrd="0" presId="urn:microsoft.com/office/officeart/2005/8/layout/vList2"/>
    <dgm:cxn modelId="{E9EEA39A-58AC-4985-A918-6202C19939B1}" srcId="{DEA68252-6A7C-49FA-88C8-38F0D5C9D281}" destId="{A3EF7B94-98FB-46A9-B14C-ECC925C0D887}" srcOrd="3" destOrd="0" parTransId="{7551F936-FE7B-443F-8C57-1DF881B870D2}" sibTransId="{31D392B0-5B8C-4326-92D3-E81442F4C8FC}"/>
    <dgm:cxn modelId="{77885F9D-E3F5-4623-8C56-4B557FA68B3F}" type="presOf" srcId="{6CA7376D-2116-4E9C-8203-F379D6F9E49E}" destId="{05143B10-3C74-4770-8B15-1B55E6AE6AA6}" srcOrd="0" destOrd="0" presId="urn:microsoft.com/office/officeart/2005/8/layout/vList2"/>
    <dgm:cxn modelId="{8AF081AA-8AE4-4C53-A8EF-9BDA7FE07A79}" type="presOf" srcId="{D2DBB30F-E5A0-437E-BC30-8070EC74A1B9}" destId="{2DA1FF65-F5C1-4A8D-B24F-BDBF67A01E53}" srcOrd="0" destOrd="0" presId="urn:microsoft.com/office/officeart/2005/8/layout/vList2"/>
    <dgm:cxn modelId="{0CB02EB5-7CBE-4D4B-837C-A8079E829A16}" srcId="{DEA68252-6A7C-49FA-88C8-38F0D5C9D281}" destId="{D2DBB30F-E5A0-437E-BC30-8070EC74A1B9}" srcOrd="1" destOrd="0" parTransId="{37FA62D0-5C3C-4969-8252-7C4E32DEC5B1}" sibTransId="{9162D9E4-9CD8-41C4-BB60-567E3D0C5D28}"/>
    <dgm:cxn modelId="{0B94BED3-B31E-4F3C-A9E5-4E74361AEE17}" type="presOf" srcId="{A3EF7B94-98FB-46A9-B14C-ECC925C0D887}" destId="{EDACB562-EB62-4DE8-9BBE-098D0175E5AE}" srcOrd="0" destOrd="0" presId="urn:microsoft.com/office/officeart/2005/8/layout/vList2"/>
    <dgm:cxn modelId="{D02605F4-2873-4DA5-9E9D-C5C73F40D7F0}" type="presOf" srcId="{DEA68252-6A7C-49FA-88C8-38F0D5C9D281}" destId="{3D4767D6-8342-403D-B381-6A33D3EC8A1A}" srcOrd="0" destOrd="0" presId="urn:microsoft.com/office/officeart/2005/8/layout/vList2"/>
    <dgm:cxn modelId="{E11F6FF5-F7DD-4FF7-914C-3865B36C9D80}" srcId="{DEA68252-6A7C-49FA-88C8-38F0D5C9D281}" destId="{D84C21AA-B9E6-4621-A5C6-E10C660AD8B0}" srcOrd="0" destOrd="0" parTransId="{2EF27EEC-6578-4411-B460-ACA3EA65A7F5}" sibTransId="{677DC2E3-1BF5-479D-BE23-93F4B0236F54}"/>
    <dgm:cxn modelId="{F38F776A-02B1-41CA-8D71-8070013AA95B}" type="presParOf" srcId="{3D4767D6-8342-403D-B381-6A33D3EC8A1A}" destId="{3C7A9DDA-225C-472D-9DAA-3F8936169B0B}" srcOrd="0" destOrd="0" presId="urn:microsoft.com/office/officeart/2005/8/layout/vList2"/>
    <dgm:cxn modelId="{A41D4870-94D9-4C30-A97C-3CD903ACFA7B}" type="presParOf" srcId="{3D4767D6-8342-403D-B381-6A33D3EC8A1A}" destId="{ACE117AE-3A0E-4DA7-90D2-D142EC36816A}" srcOrd="1" destOrd="0" presId="urn:microsoft.com/office/officeart/2005/8/layout/vList2"/>
    <dgm:cxn modelId="{F153A1A4-3E7E-40D5-8247-40E19089C214}" type="presParOf" srcId="{3D4767D6-8342-403D-B381-6A33D3EC8A1A}" destId="{2DA1FF65-F5C1-4A8D-B24F-BDBF67A01E53}" srcOrd="2" destOrd="0" presId="urn:microsoft.com/office/officeart/2005/8/layout/vList2"/>
    <dgm:cxn modelId="{7E51C56F-E417-46E0-AFB0-678698F0BF7D}" type="presParOf" srcId="{3D4767D6-8342-403D-B381-6A33D3EC8A1A}" destId="{F0816556-7F55-43D9-A0ED-C0ACF96FC1B4}" srcOrd="3" destOrd="0" presId="urn:microsoft.com/office/officeart/2005/8/layout/vList2"/>
    <dgm:cxn modelId="{1580F703-33F3-43F6-8F35-4DE15C623220}" type="presParOf" srcId="{3D4767D6-8342-403D-B381-6A33D3EC8A1A}" destId="{203DAD22-6829-42DB-9B36-FD319911F699}" srcOrd="4" destOrd="0" presId="urn:microsoft.com/office/officeart/2005/8/layout/vList2"/>
    <dgm:cxn modelId="{94A4ABB8-7BEE-4826-8F1F-B8FAA3B257B2}" type="presParOf" srcId="{3D4767D6-8342-403D-B381-6A33D3EC8A1A}" destId="{EE3AD024-3282-4FCD-AB45-C8058F61D9F8}" srcOrd="5" destOrd="0" presId="urn:microsoft.com/office/officeart/2005/8/layout/vList2"/>
    <dgm:cxn modelId="{D89F901A-DF29-4A0D-B6E4-B498AE308F87}" type="presParOf" srcId="{3D4767D6-8342-403D-B381-6A33D3EC8A1A}" destId="{EDACB562-EB62-4DE8-9BBE-098D0175E5AE}" srcOrd="6" destOrd="0" presId="urn:microsoft.com/office/officeart/2005/8/layout/vList2"/>
    <dgm:cxn modelId="{6193C2BD-04A4-4644-A7C1-972DAD83EEA1}" type="presParOf" srcId="{3D4767D6-8342-403D-B381-6A33D3EC8A1A}" destId="{FA04ED86-4382-43E5-A2B0-C674E7C9081E}" srcOrd="7" destOrd="0" presId="urn:microsoft.com/office/officeart/2005/8/layout/vList2"/>
    <dgm:cxn modelId="{13F8BB02-55B2-4E84-A432-95B35D4AAEE3}" type="presParOf" srcId="{3D4767D6-8342-403D-B381-6A33D3EC8A1A}" destId="{2742CF5D-EFDB-49A8-B3A7-8BFAD4A94E3F}" srcOrd="8" destOrd="0" presId="urn:microsoft.com/office/officeart/2005/8/layout/vList2"/>
    <dgm:cxn modelId="{29DE53AE-7E5A-4CF0-AF2D-BDE0BDC983F6}" type="presParOf" srcId="{3D4767D6-8342-403D-B381-6A33D3EC8A1A}" destId="{0B532824-F85B-4F79-8A1B-078B3213937B}" srcOrd="9" destOrd="0" presId="urn:microsoft.com/office/officeart/2005/8/layout/vList2"/>
    <dgm:cxn modelId="{57EA1508-06EB-4F0F-8FCB-125BDE979B61}" type="presParOf" srcId="{3D4767D6-8342-403D-B381-6A33D3EC8A1A}" destId="{05143B10-3C74-4770-8B15-1B55E6AE6AA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AD81E1-64C9-42A6-A5AA-B0199939626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F527B0A-715B-45C4-B268-CC314E848C4F}">
      <dgm:prSet/>
      <dgm:spPr/>
      <dgm:t>
        <a:bodyPr/>
        <a:lstStyle/>
        <a:p>
          <a:pPr>
            <a:defRPr cap="all"/>
          </a:pPr>
          <a:r>
            <a:rPr lang="en-IN" b="1"/>
            <a:t>🔁 End-to-End Workflow</a:t>
          </a:r>
          <a:endParaRPr lang="en-US"/>
        </a:p>
      </dgm:t>
    </dgm:pt>
    <dgm:pt modelId="{B1A7E8AC-5591-41DB-ACF2-CC61D06ECFFA}" type="parTrans" cxnId="{439FBDDD-66E7-4474-84A2-2FA5084FD599}">
      <dgm:prSet/>
      <dgm:spPr/>
      <dgm:t>
        <a:bodyPr/>
        <a:lstStyle/>
        <a:p>
          <a:endParaRPr lang="en-US"/>
        </a:p>
      </dgm:t>
    </dgm:pt>
    <dgm:pt modelId="{3CD15985-2A2B-4489-A774-E5C3378253EC}" type="sibTrans" cxnId="{439FBDDD-66E7-4474-84A2-2FA5084FD599}">
      <dgm:prSet/>
      <dgm:spPr/>
      <dgm:t>
        <a:bodyPr/>
        <a:lstStyle/>
        <a:p>
          <a:endParaRPr lang="en-US"/>
        </a:p>
      </dgm:t>
    </dgm:pt>
    <dgm:pt modelId="{3AAC53D4-9ADE-4523-87F1-0192899A014D}">
      <dgm:prSet/>
      <dgm:spPr/>
      <dgm:t>
        <a:bodyPr/>
        <a:lstStyle/>
        <a:p>
          <a:pPr>
            <a:defRPr cap="all"/>
          </a:pPr>
          <a:r>
            <a:rPr lang="en-IN"/>
            <a:t>Data → Feature Engineering →</a:t>
          </a:r>
          <a:br>
            <a:rPr lang="en-IN"/>
          </a:br>
          <a:r>
            <a:rPr lang="en-IN"/>
            <a:t>XGBoost Model →</a:t>
          </a:r>
          <a:br>
            <a:rPr lang="en-IN"/>
          </a:br>
          <a:r>
            <a:rPr lang="en-IN"/>
            <a:t>Model Saving (pickle) →</a:t>
          </a:r>
          <a:br>
            <a:rPr lang="en-IN"/>
          </a:br>
          <a:r>
            <a:rPr lang="en-IN"/>
            <a:t>Streamlit App →</a:t>
          </a:r>
          <a:br>
            <a:rPr lang="en-IN"/>
          </a:br>
          <a:r>
            <a:rPr lang="en-IN"/>
            <a:t>GitHub →</a:t>
          </a:r>
          <a:br>
            <a:rPr lang="en-IN"/>
          </a:br>
          <a:r>
            <a:rPr lang="en-IN"/>
            <a:t>Streamlit Cloud Deployment</a:t>
          </a:r>
          <a:endParaRPr lang="en-US"/>
        </a:p>
      </dgm:t>
    </dgm:pt>
    <dgm:pt modelId="{0B627FA3-B4FD-45A3-ABCE-2782EACDD5D9}" type="parTrans" cxnId="{655BF766-F007-4E94-BF46-1CB06B9710DE}">
      <dgm:prSet/>
      <dgm:spPr/>
      <dgm:t>
        <a:bodyPr/>
        <a:lstStyle/>
        <a:p>
          <a:endParaRPr lang="en-US"/>
        </a:p>
      </dgm:t>
    </dgm:pt>
    <dgm:pt modelId="{2BC31D5B-4E2D-4A57-8555-834CA8BAA8EC}" type="sibTrans" cxnId="{655BF766-F007-4E94-BF46-1CB06B9710DE}">
      <dgm:prSet/>
      <dgm:spPr/>
      <dgm:t>
        <a:bodyPr/>
        <a:lstStyle/>
        <a:p>
          <a:endParaRPr lang="en-US"/>
        </a:p>
      </dgm:t>
    </dgm:pt>
    <dgm:pt modelId="{3D6E857F-5D38-42D3-A617-8F9574890FF6}" type="pres">
      <dgm:prSet presAssocID="{05AD81E1-64C9-42A6-A5AA-B01999396264}" presName="root" presStyleCnt="0">
        <dgm:presLayoutVars>
          <dgm:dir/>
          <dgm:resizeHandles val="exact"/>
        </dgm:presLayoutVars>
      </dgm:prSet>
      <dgm:spPr/>
    </dgm:pt>
    <dgm:pt modelId="{1F20FB26-F37F-4232-9690-CD554E943CDB}" type="pres">
      <dgm:prSet presAssocID="{1F527B0A-715B-45C4-B268-CC314E848C4F}" presName="compNode" presStyleCnt="0"/>
      <dgm:spPr/>
    </dgm:pt>
    <dgm:pt modelId="{C19A7086-6A6F-415D-A47E-E022F67E7F10}" type="pres">
      <dgm:prSet presAssocID="{1F527B0A-715B-45C4-B268-CC314E848C4F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3C3DB59-FFDE-49E4-9CEF-7BC4F65E3664}" type="pres">
      <dgm:prSet presAssocID="{1F527B0A-715B-45C4-B268-CC314E848C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DB18993-6697-40B5-BF3E-F5644C41CD22}" type="pres">
      <dgm:prSet presAssocID="{1F527B0A-715B-45C4-B268-CC314E848C4F}" presName="spaceRect" presStyleCnt="0"/>
      <dgm:spPr/>
    </dgm:pt>
    <dgm:pt modelId="{8E17467E-EAA6-42C4-8201-72071285BCD4}" type="pres">
      <dgm:prSet presAssocID="{1F527B0A-715B-45C4-B268-CC314E848C4F}" presName="textRect" presStyleLbl="revTx" presStyleIdx="0" presStyleCnt="2">
        <dgm:presLayoutVars>
          <dgm:chMax val="1"/>
          <dgm:chPref val="1"/>
        </dgm:presLayoutVars>
      </dgm:prSet>
      <dgm:spPr/>
    </dgm:pt>
    <dgm:pt modelId="{948C32E2-B469-4DAE-AD5B-BCA22C300DE3}" type="pres">
      <dgm:prSet presAssocID="{3CD15985-2A2B-4489-A774-E5C3378253EC}" presName="sibTrans" presStyleCnt="0"/>
      <dgm:spPr/>
    </dgm:pt>
    <dgm:pt modelId="{5FB45555-2879-4944-A1CA-129DF845BA94}" type="pres">
      <dgm:prSet presAssocID="{3AAC53D4-9ADE-4523-87F1-0192899A014D}" presName="compNode" presStyleCnt="0"/>
      <dgm:spPr/>
    </dgm:pt>
    <dgm:pt modelId="{22DD379D-6C1F-45D8-807E-2157A9379C7B}" type="pres">
      <dgm:prSet presAssocID="{3AAC53D4-9ADE-4523-87F1-0192899A014D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E1F9FB01-DFC8-422C-A221-D95C62476BF3}" type="pres">
      <dgm:prSet presAssocID="{3AAC53D4-9ADE-4523-87F1-0192899A014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77CC5CA-6D2A-448B-B1EA-511DD3760B94}" type="pres">
      <dgm:prSet presAssocID="{3AAC53D4-9ADE-4523-87F1-0192899A014D}" presName="spaceRect" presStyleCnt="0"/>
      <dgm:spPr/>
    </dgm:pt>
    <dgm:pt modelId="{03176F37-A586-4792-9040-1B8CE1CA6DC9}" type="pres">
      <dgm:prSet presAssocID="{3AAC53D4-9ADE-4523-87F1-0192899A014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FC44819-FF94-4859-8774-655DD0F3A8A6}" type="presOf" srcId="{05AD81E1-64C9-42A6-A5AA-B01999396264}" destId="{3D6E857F-5D38-42D3-A617-8F9574890FF6}" srcOrd="0" destOrd="0" presId="urn:microsoft.com/office/officeart/2018/5/layout/IconLeafLabelList"/>
    <dgm:cxn modelId="{33D47562-8DCB-4A6D-97C3-C9DD49E08884}" type="presOf" srcId="{1F527B0A-715B-45C4-B268-CC314E848C4F}" destId="{8E17467E-EAA6-42C4-8201-72071285BCD4}" srcOrd="0" destOrd="0" presId="urn:microsoft.com/office/officeart/2018/5/layout/IconLeafLabelList"/>
    <dgm:cxn modelId="{655BF766-F007-4E94-BF46-1CB06B9710DE}" srcId="{05AD81E1-64C9-42A6-A5AA-B01999396264}" destId="{3AAC53D4-9ADE-4523-87F1-0192899A014D}" srcOrd="1" destOrd="0" parTransId="{0B627FA3-B4FD-45A3-ABCE-2782EACDD5D9}" sibTransId="{2BC31D5B-4E2D-4A57-8555-834CA8BAA8EC}"/>
    <dgm:cxn modelId="{4FB0C2DA-DA1C-4175-84C1-148786D2DDBE}" type="presOf" srcId="{3AAC53D4-9ADE-4523-87F1-0192899A014D}" destId="{03176F37-A586-4792-9040-1B8CE1CA6DC9}" srcOrd="0" destOrd="0" presId="urn:microsoft.com/office/officeart/2018/5/layout/IconLeafLabelList"/>
    <dgm:cxn modelId="{439FBDDD-66E7-4474-84A2-2FA5084FD599}" srcId="{05AD81E1-64C9-42A6-A5AA-B01999396264}" destId="{1F527B0A-715B-45C4-B268-CC314E848C4F}" srcOrd="0" destOrd="0" parTransId="{B1A7E8AC-5591-41DB-ACF2-CC61D06ECFFA}" sibTransId="{3CD15985-2A2B-4489-A774-E5C3378253EC}"/>
    <dgm:cxn modelId="{01506223-D25B-4965-AEBB-B3EEBF627229}" type="presParOf" srcId="{3D6E857F-5D38-42D3-A617-8F9574890FF6}" destId="{1F20FB26-F37F-4232-9690-CD554E943CDB}" srcOrd="0" destOrd="0" presId="urn:microsoft.com/office/officeart/2018/5/layout/IconLeafLabelList"/>
    <dgm:cxn modelId="{A9E3F816-9169-4EE6-B997-3C36E04A6E15}" type="presParOf" srcId="{1F20FB26-F37F-4232-9690-CD554E943CDB}" destId="{C19A7086-6A6F-415D-A47E-E022F67E7F10}" srcOrd="0" destOrd="0" presId="urn:microsoft.com/office/officeart/2018/5/layout/IconLeafLabelList"/>
    <dgm:cxn modelId="{8878DEFD-11A3-4EE0-8913-BF13E49EE751}" type="presParOf" srcId="{1F20FB26-F37F-4232-9690-CD554E943CDB}" destId="{93C3DB59-FFDE-49E4-9CEF-7BC4F65E3664}" srcOrd="1" destOrd="0" presId="urn:microsoft.com/office/officeart/2018/5/layout/IconLeafLabelList"/>
    <dgm:cxn modelId="{631E3E59-0E52-47E5-BCD4-3E7E28551BDA}" type="presParOf" srcId="{1F20FB26-F37F-4232-9690-CD554E943CDB}" destId="{6DB18993-6697-40B5-BF3E-F5644C41CD22}" srcOrd="2" destOrd="0" presId="urn:microsoft.com/office/officeart/2018/5/layout/IconLeafLabelList"/>
    <dgm:cxn modelId="{1FA80D3B-0A7C-442B-ACA5-EB1846A70AB9}" type="presParOf" srcId="{1F20FB26-F37F-4232-9690-CD554E943CDB}" destId="{8E17467E-EAA6-42C4-8201-72071285BCD4}" srcOrd="3" destOrd="0" presId="urn:microsoft.com/office/officeart/2018/5/layout/IconLeafLabelList"/>
    <dgm:cxn modelId="{419D7535-37F1-467F-8B38-9CF69E185B54}" type="presParOf" srcId="{3D6E857F-5D38-42D3-A617-8F9574890FF6}" destId="{948C32E2-B469-4DAE-AD5B-BCA22C300DE3}" srcOrd="1" destOrd="0" presId="urn:microsoft.com/office/officeart/2018/5/layout/IconLeafLabelList"/>
    <dgm:cxn modelId="{ACB94F21-8752-4704-B6BD-7EDA7EBB2777}" type="presParOf" srcId="{3D6E857F-5D38-42D3-A617-8F9574890FF6}" destId="{5FB45555-2879-4944-A1CA-129DF845BA94}" srcOrd="2" destOrd="0" presId="urn:microsoft.com/office/officeart/2018/5/layout/IconLeafLabelList"/>
    <dgm:cxn modelId="{45F17D80-7367-4C02-876D-17AAE5D1BEB5}" type="presParOf" srcId="{5FB45555-2879-4944-A1CA-129DF845BA94}" destId="{22DD379D-6C1F-45D8-807E-2157A9379C7B}" srcOrd="0" destOrd="0" presId="urn:microsoft.com/office/officeart/2018/5/layout/IconLeafLabelList"/>
    <dgm:cxn modelId="{9C8795DB-D447-4779-BB98-7F6FC7F1F6A0}" type="presParOf" srcId="{5FB45555-2879-4944-A1CA-129DF845BA94}" destId="{E1F9FB01-DFC8-422C-A221-D95C62476BF3}" srcOrd="1" destOrd="0" presId="urn:microsoft.com/office/officeart/2018/5/layout/IconLeafLabelList"/>
    <dgm:cxn modelId="{E3C92BC7-F4EE-41D7-ADE7-23546290957E}" type="presParOf" srcId="{5FB45555-2879-4944-A1CA-129DF845BA94}" destId="{A77CC5CA-6D2A-448B-B1EA-511DD3760B94}" srcOrd="2" destOrd="0" presId="urn:microsoft.com/office/officeart/2018/5/layout/IconLeafLabelList"/>
    <dgm:cxn modelId="{5ACCB900-5626-4984-B690-421C2A175879}" type="presParOf" srcId="{5FB45555-2879-4944-A1CA-129DF845BA94}" destId="{03176F37-A586-4792-9040-1B8CE1CA6DC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80899E-31D8-43A3-8891-16959A29A38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1E36F7-70ED-4244-A3C5-5012B48BD3E4}">
      <dgm:prSet/>
      <dgm:spPr/>
      <dgm:t>
        <a:bodyPr/>
        <a:lstStyle/>
        <a:p>
          <a:r>
            <a:rPr lang="en-US"/>
            <a:t>This model can help:</a:t>
          </a:r>
        </a:p>
      </dgm:t>
    </dgm:pt>
    <dgm:pt modelId="{53BC61CB-8258-4B9D-B90C-F9FECAA4F587}" type="parTrans" cxnId="{8F7E3127-4E2B-475E-8BB8-0BE148096827}">
      <dgm:prSet/>
      <dgm:spPr/>
      <dgm:t>
        <a:bodyPr/>
        <a:lstStyle/>
        <a:p>
          <a:endParaRPr lang="en-US"/>
        </a:p>
      </dgm:t>
    </dgm:pt>
    <dgm:pt modelId="{63931990-8192-41FE-8AA9-83F9539EDB98}" type="sibTrans" cxnId="{8F7E3127-4E2B-475E-8BB8-0BE148096827}">
      <dgm:prSet/>
      <dgm:spPr/>
      <dgm:t>
        <a:bodyPr/>
        <a:lstStyle/>
        <a:p>
          <a:endParaRPr lang="en-US"/>
        </a:p>
      </dgm:t>
    </dgm:pt>
    <dgm:pt modelId="{1B528DBB-1770-4105-BB83-378AA62968D7}">
      <dgm:prSet/>
      <dgm:spPr/>
      <dgm:t>
        <a:bodyPr/>
        <a:lstStyle/>
        <a:p>
          <a:r>
            <a:rPr lang="en-US"/>
            <a:t>Urban planning</a:t>
          </a:r>
        </a:p>
      </dgm:t>
    </dgm:pt>
    <dgm:pt modelId="{72867DA1-8E88-4071-9181-D27228B7DB0D}" type="parTrans" cxnId="{7BFF3403-104F-4D00-ADF3-C8E9E3BA6749}">
      <dgm:prSet/>
      <dgm:spPr/>
      <dgm:t>
        <a:bodyPr/>
        <a:lstStyle/>
        <a:p>
          <a:endParaRPr lang="en-US"/>
        </a:p>
      </dgm:t>
    </dgm:pt>
    <dgm:pt modelId="{0A1AF95C-6B27-4A27-B183-AFB23F4EB427}" type="sibTrans" cxnId="{7BFF3403-104F-4D00-ADF3-C8E9E3BA6749}">
      <dgm:prSet/>
      <dgm:spPr/>
      <dgm:t>
        <a:bodyPr/>
        <a:lstStyle/>
        <a:p>
          <a:endParaRPr lang="en-US"/>
        </a:p>
      </dgm:t>
    </dgm:pt>
    <dgm:pt modelId="{B2327DE7-24C1-41D9-BD6C-15DDB9C47B5C}">
      <dgm:prSet/>
      <dgm:spPr/>
      <dgm:t>
        <a:bodyPr/>
        <a:lstStyle/>
        <a:p>
          <a:r>
            <a:rPr lang="en-US"/>
            <a:t>Infrastructure planning</a:t>
          </a:r>
        </a:p>
      </dgm:t>
    </dgm:pt>
    <dgm:pt modelId="{0FE08EA8-48BB-4BC2-92BB-24EAA6995FC4}" type="parTrans" cxnId="{66B65F81-0C50-452A-ADB5-38130CE625C4}">
      <dgm:prSet/>
      <dgm:spPr/>
      <dgm:t>
        <a:bodyPr/>
        <a:lstStyle/>
        <a:p>
          <a:endParaRPr lang="en-US"/>
        </a:p>
      </dgm:t>
    </dgm:pt>
    <dgm:pt modelId="{97438F61-BD8F-4647-A472-E5F3386ACF2C}" type="sibTrans" cxnId="{66B65F81-0C50-452A-ADB5-38130CE625C4}">
      <dgm:prSet/>
      <dgm:spPr/>
      <dgm:t>
        <a:bodyPr/>
        <a:lstStyle/>
        <a:p>
          <a:endParaRPr lang="en-US"/>
        </a:p>
      </dgm:t>
    </dgm:pt>
    <dgm:pt modelId="{0CC4662E-E73B-43A4-AAB3-C090787D6644}">
      <dgm:prSet/>
      <dgm:spPr/>
      <dgm:t>
        <a:bodyPr/>
        <a:lstStyle/>
        <a:p>
          <a:r>
            <a:rPr lang="en-US"/>
            <a:t>Government forecasting</a:t>
          </a:r>
        </a:p>
      </dgm:t>
    </dgm:pt>
    <dgm:pt modelId="{3BE264CB-C9CB-4413-A55D-E14AD6499323}" type="parTrans" cxnId="{05D5B5B5-7E4F-4F8C-B638-E59551C45B85}">
      <dgm:prSet/>
      <dgm:spPr/>
      <dgm:t>
        <a:bodyPr/>
        <a:lstStyle/>
        <a:p>
          <a:endParaRPr lang="en-US"/>
        </a:p>
      </dgm:t>
    </dgm:pt>
    <dgm:pt modelId="{2C0E7FB5-218C-456C-AAED-324884A36F83}" type="sibTrans" cxnId="{05D5B5B5-7E4F-4F8C-B638-E59551C45B85}">
      <dgm:prSet/>
      <dgm:spPr/>
      <dgm:t>
        <a:bodyPr/>
        <a:lstStyle/>
        <a:p>
          <a:endParaRPr lang="en-US"/>
        </a:p>
      </dgm:t>
    </dgm:pt>
    <dgm:pt modelId="{BF387B9C-A2C7-4EFF-9C15-245F467DAD7D}">
      <dgm:prSet/>
      <dgm:spPr/>
      <dgm:t>
        <a:bodyPr/>
        <a:lstStyle/>
        <a:p>
          <a:r>
            <a:rPr lang="en-US"/>
            <a:t>Resource allocation</a:t>
          </a:r>
        </a:p>
      </dgm:t>
    </dgm:pt>
    <dgm:pt modelId="{C59554A2-5DFF-46E5-8839-87648ACD37C9}" type="parTrans" cxnId="{A1AAFA1B-1E46-4A6D-ACD8-774DC83C0CF6}">
      <dgm:prSet/>
      <dgm:spPr/>
      <dgm:t>
        <a:bodyPr/>
        <a:lstStyle/>
        <a:p>
          <a:endParaRPr lang="en-US"/>
        </a:p>
      </dgm:t>
    </dgm:pt>
    <dgm:pt modelId="{FDF7C60F-E885-475D-A749-C1B34A9CE126}" type="sibTrans" cxnId="{A1AAFA1B-1E46-4A6D-ACD8-774DC83C0CF6}">
      <dgm:prSet/>
      <dgm:spPr/>
      <dgm:t>
        <a:bodyPr/>
        <a:lstStyle/>
        <a:p>
          <a:endParaRPr lang="en-US"/>
        </a:p>
      </dgm:t>
    </dgm:pt>
    <dgm:pt modelId="{819ED7DC-23B0-4325-AB64-533E40F15EBE}">
      <dgm:prSet/>
      <dgm:spPr/>
      <dgm:t>
        <a:bodyPr/>
        <a:lstStyle/>
        <a:p>
          <a:r>
            <a:rPr lang="en-US"/>
            <a:t>Demographic analysis</a:t>
          </a:r>
        </a:p>
      </dgm:t>
    </dgm:pt>
    <dgm:pt modelId="{EFCCCE17-978F-4145-9052-F844B54C9290}" type="parTrans" cxnId="{064A3C43-DF8E-47EA-A2FA-2F7CF16E0945}">
      <dgm:prSet/>
      <dgm:spPr/>
      <dgm:t>
        <a:bodyPr/>
        <a:lstStyle/>
        <a:p>
          <a:endParaRPr lang="en-US"/>
        </a:p>
      </dgm:t>
    </dgm:pt>
    <dgm:pt modelId="{24C6844D-909C-4D68-A306-53D70A31F5A6}" type="sibTrans" cxnId="{064A3C43-DF8E-47EA-A2FA-2F7CF16E0945}">
      <dgm:prSet/>
      <dgm:spPr/>
      <dgm:t>
        <a:bodyPr/>
        <a:lstStyle/>
        <a:p>
          <a:endParaRPr lang="en-US"/>
        </a:p>
      </dgm:t>
    </dgm:pt>
    <dgm:pt modelId="{B5553020-3A67-4CA9-8342-C600FC5D15E7}" type="pres">
      <dgm:prSet presAssocID="{1980899E-31D8-43A3-8891-16959A29A38C}" presName="diagram" presStyleCnt="0">
        <dgm:presLayoutVars>
          <dgm:dir/>
          <dgm:resizeHandles val="exact"/>
        </dgm:presLayoutVars>
      </dgm:prSet>
      <dgm:spPr/>
    </dgm:pt>
    <dgm:pt modelId="{AF857CA1-7A61-4258-9CD1-95B36CD0BE74}" type="pres">
      <dgm:prSet presAssocID="{D41E36F7-70ED-4244-A3C5-5012B48BD3E4}" presName="node" presStyleLbl="node1" presStyleIdx="0" presStyleCnt="6">
        <dgm:presLayoutVars>
          <dgm:bulletEnabled val="1"/>
        </dgm:presLayoutVars>
      </dgm:prSet>
      <dgm:spPr/>
    </dgm:pt>
    <dgm:pt modelId="{6B830299-8E65-45B8-BC01-ED640FCFEA0E}" type="pres">
      <dgm:prSet presAssocID="{63931990-8192-41FE-8AA9-83F9539EDB98}" presName="sibTrans" presStyleCnt="0"/>
      <dgm:spPr/>
    </dgm:pt>
    <dgm:pt modelId="{DFB8FB1F-E945-44E6-B551-289405A9B3E5}" type="pres">
      <dgm:prSet presAssocID="{1B528DBB-1770-4105-BB83-378AA62968D7}" presName="node" presStyleLbl="node1" presStyleIdx="1" presStyleCnt="6">
        <dgm:presLayoutVars>
          <dgm:bulletEnabled val="1"/>
        </dgm:presLayoutVars>
      </dgm:prSet>
      <dgm:spPr/>
    </dgm:pt>
    <dgm:pt modelId="{B24B1F45-BF1C-4F44-BAD3-1CCE69DDCCE1}" type="pres">
      <dgm:prSet presAssocID="{0A1AF95C-6B27-4A27-B183-AFB23F4EB427}" presName="sibTrans" presStyleCnt="0"/>
      <dgm:spPr/>
    </dgm:pt>
    <dgm:pt modelId="{290BC127-1D86-48D3-B77A-EFA54E5B28AE}" type="pres">
      <dgm:prSet presAssocID="{B2327DE7-24C1-41D9-BD6C-15DDB9C47B5C}" presName="node" presStyleLbl="node1" presStyleIdx="2" presStyleCnt="6">
        <dgm:presLayoutVars>
          <dgm:bulletEnabled val="1"/>
        </dgm:presLayoutVars>
      </dgm:prSet>
      <dgm:spPr/>
    </dgm:pt>
    <dgm:pt modelId="{D5B75F22-A25C-4095-A155-7049CE61CD02}" type="pres">
      <dgm:prSet presAssocID="{97438F61-BD8F-4647-A472-E5F3386ACF2C}" presName="sibTrans" presStyleCnt="0"/>
      <dgm:spPr/>
    </dgm:pt>
    <dgm:pt modelId="{159777EA-B20F-4DB7-A11F-2B36B7C1FE7B}" type="pres">
      <dgm:prSet presAssocID="{0CC4662E-E73B-43A4-AAB3-C090787D6644}" presName="node" presStyleLbl="node1" presStyleIdx="3" presStyleCnt="6">
        <dgm:presLayoutVars>
          <dgm:bulletEnabled val="1"/>
        </dgm:presLayoutVars>
      </dgm:prSet>
      <dgm:spPr/>
    </dgm:pt>
    <dgm:pt modelId="{75181AA3-0AF1-4529-B407-6C4E2A90BAC2}" type="pres">
      <dgm:prSet presAssocID="{2C0E7FB5-218C-456C-AAED-324884A36F83}" presName="sibTrans" presStyleCnt="0"/>
      <dgm:spPr/>
    </dgm:pt>
    <dgm:pt modelId="{3BCE4139-A7FD-4A92-87E3-C0EA0956222D}" type="pres">
      <dgm:prSet presAssocID="{BF387B9C-A2C7-4EFF-9C15-245F467DAD7D}" presName="node" presStyleLbl="node1" presStyleIdx="4" presStyleCnt="6">
        <dgm:presLayoutVars>
          <dgm:bulletEnabled val="1"/>
        </dgm:presLayoutVars>
      </dgm:prSet>
      <dgm:spPr/>
    </dgm:pt>
    <dgm:pt modelId="{3268B251-D4B4-485B-BFF0-7D92ED6583D5}" type="pres">
      <dgm:prSet presAssocID="{FDF7C60F-E885-475D-A749-C1B34A9CE126}" presName="sibTrans" presStyleCnt="0"/>
      <dgm:spPr/>
    </dgm:pt>
    <dgm:pt modelId="{7522C32E-14B8-46BB-B40D-14A91BEA04BC}" type="pres">
      <dgm:prSet presAssocID="{819ED7DC-23B0-4325-AB64-533E40F15EBE}" presName="node" presStyleLbl="node1" presStyleIdx="5" presStyleCnt="6">
        <dgm:presLayoutVars>
          <dgm:bulletEnabled val="1"/>
        </dgm:presLayoutVars>
      </dgm:prSet>
      <dgm:spPr/>
    </dgm:pt>
  </dgm:ptLst>
  <dgm:cxnLst>
    <dgm:cxn modelId="{7BFF3403-104F-4D00-ADF3-C8E9E3BA6749}" srcId="{1980899E-31D8-43A3-8891-16959A29A38C}" destId="{1B528DBB-1770-4105-BB83-378AA62968D7}" srcOrd="1" destOrd="0" parTransId="{72867DA1-8E88-4071-9181-D27228B7DB0D}" sibTransId="{0A1AF95C-6B27-4A27-B183-AFB23F4EB427}"/>
    <dgm:cxn modelId="{4E0E4C0D-E71F-4FE3-BA5B-CB6FA3F20597}" type="presOf" srcId="{819ED7DC-23B0-4325-AB64-533E40F15EBE}" destId="{7522C32E-14B8-46BB-B40D-14A91BEA04BC}" srcOrd="0" destOrd="0" presId="urn:microsoft.com/office/officeart/2005/8/layout/default"/>
    <dgm:cxn modelId="{A1AAFA1B-1E46-4A6D-ACD8-774DC83C0CF6}" srcId="{1980899E-31D8-43A3-8891-16959A29A38C}" destId="{BF387B9C-A2C7-4EFF-9C15-245F467DAD7D}" srcOrd="4" destOrd="0" parTransId="{C59554A2-5DFF-46E5-8839-87648ACD37C9}" sibTransId="{FDF7C60F-E885-475D-A749-C1B34A9CE126}"/>
    <dgm:cxn modelId="{01F5B323-44EE-4D96-860C-6D13C2E6B79E}" type="presOf" srcId="{B2327DE7-24C1-41D9-BD6C-15DDB9C47B5C}" destId="{290BC127-1D86-48D3-B77A-EFA54E5B28AE}" srcOrd="0" destOrd="0" presId="urn:microsoft.com/office/officeart/2005/8/layout/default"/>
    <dgm:cxn modelId="{8F7E3127-4E2B-475E-8BB8-0BE148096827}" srcId="{1980899E-31D8-43A3-8891-16959A29A38C}" destId="{D41E36F7-70ED-4244-A3C5-5012B48BD3E4}" srcOrd="0" destOrd="0" parTransId="{53BC61CB-8258-4B9D-B90C-F9FECAA4F587}" sibTransId="{63931990-8192-41FE-8AA9-83F9539EDB98}"/>
    <dgm:cxn modelId="{064A3C43-DF8E-47EA-A2FA-2F7CF16E0945}" srcId="{1980899E-31D8-43A3-8891-16959A29A38C}" destId="{819ED7DC-23B0-4325-AB64-533E40F15EBE}" srcOrd="5" destOrd="0" parTransId="{EFCCCE17-978F-4145-9052-F844B54C9290}" sibTransId="{24C6844D-909C-4D68-A306-53D70A31F5A6}"/>
    <dgm:cxn modelId="{D538274B-3AD3-40F6-9009-093084F09A1C}" type="presOf" srcId="{D41E36F7-70ED-4244-A3C5-5012B48BD3E4}" destId="{AF857CA1-7A61-4258-9CD1-95B36CD0BE74}" srcOrd="0" destOrd="0" presId="urn:microsoft.com/office/officeart/2005/8/layout/default"/>
    <dgm:cxn modelId="{B9A12950-62F0-44D8-8C2C-0F2E1ADD0928}" type="presOf" srcId="{1B528DBB-1770-4105-BB83-378AA62968D7}" destId="{DFB8FB1F-E945-44E6-B551-289405A9B3E5}" srcOrd="0" destOrd="0" presId="urn:microsoft.com/office/officeart/2005/8/layout/default"/>
    <dgm:cxn modelId="{66B65F81-0C50-452A-ADB5-38130CE625C4}" srcId="{1980899E-31D8-43A3-8891-16959A29A38C}" destId="{B2327DE7-24C1-41D9-BD6C-15DDB9C47B5C}" srcOrd="2" destOrd="0" parTransId="{0FE08EA8-48BB-4BC2-92BB-24EAA6995FC4}" sibTransId="{97438F61-BD8F-4647-A472-E5F3386ACF2C}"/>
    <dgm:cxn modelId="{05D5B5B5-7E4F-4F8C-B638-E59551C45B85}" srcId="{1980899E-31D8-43A3-8891-16959A29A38C}" destId="{0CC4662E-E73B-43A4-AAB3-C090787D6644}" srcOrd="3" destOrd="0" parTransId="{3BE264CB-C9CB-4413-A55D-E14AD6499323}" sibTransId="{2C0E7FB5-218C-456C-AAED-324884A36F83}"/>
    <dgm:cxn modelId="{2EC05ED3-0449-4A57-8552-9A2D4DD062B1}" type="presOf" srcId="{1980899E-31D8-43A3-8891-16959A29A38C}" destId="{B5553020-3A67-4CA9-8342-C600FC5D15E7}" srcOrd="0" destOrd="0" presId="urn:microsoft.com/office/officeart/2005/8/layout/default"/>
    <dgm:cxn modelId="{0271ADF4-E7EB-46AB-A60F-106C72806399}" type="presOf" srcId="{BF387B9C-A2C7-4EFF-9C15-245F467DAD7D}" destId="{3BCE4139-A7FD-4A92-87E3-C0EA0956222D}" srcOrd="0" destOrd="0" presId="urn:microsoft.com/office/officeart/2005/8/layout/default"/>
    <dgm:cxn modelId="{462184FA-E8CF-4331-9E84-6E394707CAC4}" type="presOf" srcId="{0CC4662E-E73B-43A4-AAB3-C090787D6644}" destId="{159777EA-B20F-4DB7-A11F-2B36B7C1FE7B}" srcOrd="0" destOrd="0" presId="urn:microsoft.com/office/officeart/2005/8/layout/default"/>
    <dgm:cxn modelId="{85C4AFDA-9040-4BC2-80C8-CB399333E56A}" type="presParOf" srcId="{B5553020-3A67-4CA9-8342-C600FC5D15E7}" destId="{AF857CA1-7A61-4258-9CD1-95B36CD0BE74}" srcOrd="0" destOrd="0" presId="urn:microsoft.com/office/officeart/2005/8/layout/default"/>
    <dgm:cxn modelId="{3094C080-02E4-4405-B493-4DA760F6A0A1}" type="presParOf" srcId="{B5553020-3A67-4CA9-8342-C600FC5D15E7}" destId="{6B830299-8E65-45B8-BC01-ED640FCFEA0E}" srcOrd="1" destOrd="0" presId="urn:microsoft.com/office/officeart/2005/8/layout/default"/>
    <dgm:cxn modelId="{28FD0F94-B492-4012-964E-1787AEC6F3E6}" type="presParOf" srcId="{B5553020-3A67-4CA9-8342-C600FC5D15E7}" destId="{DFB8FB1F-E945-44E6-B551-289405A9B3E5}" srcOrd="2" destOrd="0" presId="urn:microsoft.com/office/officeart/2005/8/layout/default"/>
    <dgm:cxn modelId="{433FB68C-EB1E-4940-AC6A-D1D8713B798A}" type="presParOf" srcId="{B5553020-3A67-4CA9-8342-C600FC5D15E7}" destId="{B24B1F45-BF1C-4F44-BAD3-1CCE69DDCCE1}" srcOrd="3" destOrd="0" presId="urn:microsoft.com/office/officeart/2005/8/layout/default"/>
    <dgm:cxn modelId="{B524ED88-2F22-46AF-9D54-24719F4C129F}" type="presParOf" srcId="{B5553020-3A67-4CA9-8342-C600FC5D15E7}" destId="{290BC127-1D86-48D3-B77A-EFA54E5B28AE}" srcOrd="4" destOrd="0" presId="urn:microsoft.com/office/officeart/2005/8/layout/default"/>
    <dgm:cxn modelId="{8EC747CA-F659-4602-B893-6B2DD0B03FD0}" type="presParOf" srcId="{B5553020-3A67-4CA9-8342-C600FC5D15E7}" destId="{D5B75F22-A25C-4095-A155-7049CE61CD02}" srcOrd="5" destOrd="0" presId="urn:microsoft.com/office/officeart/2005/8/layout/default"/>
    <dgm:cxn modelId="{F861C0D2-9293-43E8-B9A8-B54976EB5F16}" type="presParOf" srcId="{B5553020-3A67-4CA9-8342-C600FC5D15E7}" destId="{159777EA-B20F-4DB7-A11F-2B36B7C1FE7B}" srcOrd="6" destOrd="0" presId="urn:microsoft.com/office/officeart/2005/8/layout/default"/>
    <dgm:cxn modelId="{926404D3-5210-46BF-AC06-3397FF29A823}" type="presParOf" srcId="{B5553020-3A67-4CA9-8342-C600FC5D15E7}" destId="{75181AA3-0AF1-4529-B407-6C4E2A90BAC2}" srcOrd="7" destOrd="0" presId="urn:microsoft.com/office/officeart/2005/8/layout/default"/>
    <dgm:cxn modelId="{89CC6DAF-E851-43AB-99DE-478B4EDE5F9C}" type="presParOf" srcId="{B5553020-3A67-4CA9-8342-C600FC5D15E7}" destId="{3BCE4139-A7FD-4A92-87E3-C0EA0956222D}" srcOrd="8" destOrd="0" presId="urn:microsoft.com/office/officeart/2005/8/layout/default"/>
    <dgm:cxn modelId="{DC70FF4C-758B-4FB2-9D93-846296356C51}" type="presParOf" srcId="{B5553020-3A67-4CA9-8342-C600FC5D15E7}" destId="{3268B251-D4B4-485B-BFF0-7D92ED6583D5}" srcOrd="9" destOrd="0" presId="urn:microsoft.com/office/officeart/2005/8/layout/default"/>
    <dgm:cxn modelId="{CA205068-4B1A-43CF-9C1B-8EC6F9C2751F}" type="presParOf" srcId="{B5553020-3A67-4CA9-8342-C600FC5D15E7}" destId="{7522C32E-14B8-46BB-B40D-14A91BEA04B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7C21F45-2DF6-41FF-9051-3811676F702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8FA2B74-2C39-4517-979C-8239236AF391}">
      <dgm:prSet/>
      <dgm:spPr/>
      <dgm:t>
        <a:bodyPr/>
        <a:lstStyle/>
        <a:p>
          <a:pPr>
            <a:defRPr cap="all"/>
          </a:pPr>
          <a:r>
            <a:rPr lang="en-US" b="0" i="0" baseline="0"/>
            <a:t>Importance of time-aware validation</a:t>
          </a:r>
          <a:endParaRPr lang="en-US"/>
        </a:p>
      </dgm:t>
    </dgm:pt>
    <dgm:pt modelId="{88207868-98B0-428C-9537-6985BC209DC4}" type="parTrans" cxnId="{4B83F094-4680-4504-9D7F-BA4703D09748}">
      <dgm:prSet/>
      <dgm:spPr/>
      <dgm:t>
        <a:bodyPr/>
        <a:lstStyle/>
        <a:p>
          <a:endParaRPr lang="en-US"/>
        </a:p>
      </dgm:t>
    </dgm:pt>
    <dgm:pt modelId="{19A3890D-3102-4538-B54D-EC84B845AB5C}" type="sibTrans" cxnId="{4B83F094-4680-4504-9D7F-BA4703D09748}">
      <dgm:prSet/>
      <dgm:spPr/>
      <dgm:t>
        <a:bodyPr/>
        <a:lstStyle/>
        <a:p>
          <a:endParaRPr lang="en-US"/>
        </a:p>
      </dgm:t>
    </dgm:pt>
    <dgm:pt modelId="{ED36B81C-C8C4-4D2E-B16C-2F9B0F990358}">
      <dgm:prSet/>
      <dgm:spPr/>
      <dgm:t>
        <a:bodyPr/>
        <a:lstStyle/>
        <a:p>
          <a:pPr>
            <a:defRPr cap="all"/>
          </a:pPr>
          <a:r>
            <a:rPr lang="en-US" b="0" i="0" baseline="0"/>
            <a:t>Feature engineering impact</a:t>
          </a:r>
          <a:endParaRPr lang="en-US"/>
        </a:p>
      </dgm:t>
    </dgm:pt>
    <dgm:pt modelId="{79EAD55C-0DC1-48D1-99E6-B0F507D0F1ED}" type="parTrans" cxnId="{BA646B99-42C1-4178-9A6B-9934E7689C37}">
      <dgm:prSet/>
      <dgm:spPr/>
      <dgm:t>
        <a:bodyPr/>
        <a:lstStyle/>
        <a:p>
          <a:endParaRPr lang="en-US"/>
        </a:p>
      </dgm:t>
    </dgm:pt>
    <dgm:pt modelId="{A6BB7C4C-5765-4D17-8BB1-BB3A226ED589}" type="sibTrans" cxnId="{BA646B99-42C1-4178-9A6B-9934E7689C37}">
      <dgm:prSet/>
      <dgm:spPr/>
      <dgm:t>
        <a:bodyPr/>
        <a:lstStyle/>
        <a:p>
          <a:endParaRPr lang="en-US"/>
        </a:p>
      </dgm:t>
    </dgm:pt>
    <dgm:pt modelId="{730CDBE7-F92C-4D93-97C9-A39A3778FE12}">
      <dgm:prSet/>
      <dgm:spPr/>
      <dgm:t>
        <a:bodyPr/>
        <a:lstStyle/>
        <a:p>
          <a:pPr>
            <a:defRPr cap="all"/>
          </a:pPr>
          <a:r>
            <a:rPr lang="en-US" b="0" i="0" baseline="0"/>
            <a:t>Handling exponential growth</a:t>
          </a:r>
          <a:endParaRPr lang="en-US"/>
        </a:p>
      </dgm:t>
    </dgm:pt>
    <dgm:pt modelId="{EE1C9502-B447-4A38-9988-0C1116781D02}" type="parTrans" cxnId="{3BB073FD-AE60-4788-96C9-0DC45C60286D}">
      <dgm:prSet/>
      <dgm:spPr/>
      <dgm:t>
        <a:bodyPr/>
        <a:lstStyle/>
        <a:p>
          <a:endParaRPr lang="en-US"/>
        </a:p>
      </dgm:t>
    </dgm:pt>
    <dgm:pt modelId="{8ADCF08B-EE21-4B50-94F7-772D04550B8D}" type="sibTrans" cxnId="{3BB073FD-AE60-4788-96C9-0DC45C60286D}">
      <dgm:prSet/>
      <dgm:spPr/>
      <dgm:t>
        <a:bodyPr/>
        <a:lstStyle/>
        <a:p>
          <a:endParaRPr lang="en-US"/>
        </a:p>
      </dgm:t>
    </dgm:pt>
    <dgm:pt modelId="{2B45D046-2041-4B12-AD02-881F49CAD2BE}">
      <dgm:prSet/>
      <dgm:spPr/>
      <dgm:t>
        <a:bodyPr/>
        <a:lstStyle/>
        <a:p>
          <a:pPr>
            <a:defRPr cap="all"/>
          </a:pPr>
          <a:r>
            <a:rPr lang="en-US" b="0" i="0" baseline="0"/>
            <a:t>Production deployment workflow</a:t>
          </a:r>
          <a:endParaRPr lang="en-US"/>
        </a:p>
      </dgm:t>
    </dgm:pt>
    <dgm:pt modelId="{0BE50744-4095-44EB-AECF-2B4E7FC0F855}" type="parTrans" cxnId="{92767702-32FA-45FC-B815-588A10539331}">
      <dgm:prSet/>
      <dgm:spPr/>
      <dgm:t>
        <a:bodyPr/>
        <a:lstStyle/>
        <a:p>
          <a:endParaRPr lang="en-US"/>
        </a:p>
      </dgm:t>
    </dgm:pt>
    <dgm:pt modelId="{BF3B24AC-A37D-4392-B75B-70AE10BCF3CE}" type="sibTrans" cxnId="{92767702-32FA-45FC-B815-588A10539331}">
      <dgm:prSet/>
      <dgm:spPr/>
      <dgm:t>
        <a:bodyPr/>
        <a:lstStyle/>
        <a:p>
          <a:endParaRPr lang="en-US"/>
        </a:p>
      </dgm:t>
    </dgm:pt>
    <dgm:pt modelId="{DF0900AA-8CAA-497C-8EBE-75C502E8D5F1}">
      <dgm:prSet/>
      <dgm:spPr/>
      <dgm:t>
        <a:bodyPr/>
        <a:lstStyle/>
        <a:p>
          <a:pPr>
            <a:defRPr cap="all"/>
          </a:pPr>
          <a:r>
            <a:rPr lang="en-US" b="0" i="0" baseline="0"/>
            <a:t>Version control best practices</a:t>
          </a:r>
          <a:endParaRPr lang="en-US"/>
        </a:p>
      </dgm:t>
    </dgm:pt>
    <dgm:pt modelId="{5E161805-70E6-4B7F-9C75-D02E6AB5B862}" type="parTrans" cxnId="{088562A2-007E-48F8-B945-841BAA713D39}">
      <dgm:prSet/>
      <dgm:spPr/>
      <dgm:t>
        <a:bodyPr/>
        <a:lstStyle/>
        <a:p>
          <a:endParaRPr lang="en-US"/>
        </a:p>
      </dgm:t>
    </dgm:pt>
    <dgm:pt modelId="{57F25786-77FC-46A3-820E-3AFA01575455}" type="sibTrans" cxnId="{088562A2-007E-48F8-B945-841BAA713D39}">
      <dgm:prSet/>
      <dgm:spPr/>
      <dgm:t>
        <a:bodyPr/>
        <a:lstStyle/>
        <a:p>
          <a:endParaRPr lang="en-US"/>
        </a:p>
      </dgm:t>
    </dgm:pt>
    <dgm:pt modelId="{2F67648E-52DB-4AF2-9062-A9ABB035E559}" type="pres">
      <dgm:prSet presAssocID="{A7C21F45-2DF6-41FF-9051-3811676F702E}" presName="root" presStyleCnt="0">
        <dgm:presLayoutVars>
          <dgm:dir/>
          <dgm:resizeHandles val="exact"/>
        </dgm:presLayoutVars>
      </dgm:prSet>
      <dgm:spPr/>
    </dgm:pt>
    <dgm:pt modelId="{B936AC3C-3C4E-4390-81F7-A3F0401D1C3B}" type="pres">
      <dgm:prSet presAssocID="{38FA2B74-2C39-4517-979C-8239236AF391}" presName="compNode" presStyleCnt="0"/>
      <dgm:spPr/>
    </dgm:pt>
    <dgm:pt modelId="{56FBF434-3ED4-4BE6-87D4-10FD0FEBF3E6}" type="pres">
      <dgm:prSet presAssocID="{38FA2B74-2C39-4517-979C-8239236AF391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396DB38-D3C8-4D33-A071-78ED08CF6A6D}" type="pres">
      <dgm:prSet presAssocID="{38FA2B74-2C39-4517-979C-8239236AF39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9F1D74A-E7B7-4BB3-94B0-26FF775F0F72}" type="pres">
      <dgm:prSet presAssocID="{38FA2B74-2C39-4517-979C-8239236AF391}" presName="spaceRect" presStyleCnt="0"/>
      <dgm:spPr/>
    </dgm:pt>
    <dgm:pt modelId="{D91D932A-26F6-4766-BD9A-737E71E3C452}" type="pres">
      <dgm:prSet presAssocID="{38FA2B74-2C39-4517-979C-8239236AF391}" presName="textRect" presStyleLbl="revTx" presStyleIdx="0" presStyleCnt="5">
        <dgm:presLayoutVars>
          <dgm:chMax val="1"/>
          <dgm:chPref val="1"/>
        </dgm:presLayoutVars>
      </dgm:prSet>
      <dgm:spPr/>
    </dgm:pt>
    <dgm:pt modelId="{D3852CA0-232F-453C-8F1C-56ADBAB247C6}" type="pres">
      <dgm:prSet presAssocID="{19A3890D-3102-4538-B54D-EC84B845AB5C}" presName="sibTrans" presStyleCnt="0"/>
      <dgm:spPr/>
    </dgm:pt>
    <dgm:pt modelId="{EE4A38A4-1A15-4EF5-90C7-47E33449D633}" type="pres">
      <dgm:prSet presAssocID="{ED36B81C-C8C4-4D2E-B16C-2F9B0F990358}" presName="compNode" presStyleCnt="0"/>
      <dgm:spPr/>
    </dgm:pt>
    <dgm:pt modelId="{3154C93B-2B29-49B7-BD2B-3D6AA973215F}" type="pres">
      <dgm:prSet presAssocID="{ED36B81C-C8C4-4D2E-B16C-2F9B0F990358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439A413-D1A8-45A8-982D-47D5B2659D01}" type="pres">
      <dgm:prSet presAssocID="{ED36B81C-C8C4-4D2E-B16C-2F9B0F99035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4197324-CA23-4069-9FBF-DBCD311DCC6E}" type="pres">
      <dgm:prSet presAssocID="{ED36B81C-C8C4-4D2E-B16C-2F9B0F990358}" presName="spaceRect" presStyleCnt="0"/>
      <dgm:spPr/>
    </dgm:pt>
    <dgm:pt modelId="{673D35D6-2086-472A-B3B8-569E76D39FA9}" type="pres">
      <dgm:prSet presAssocID="{ED36B81C-C8C4-4D2E-B16C-2F9B0F990358}" presName="textRect" presStyleLbl="revTx" presStyleIdx="1" presStyleCnt="5">
        <dgm:presLayoutVars>
          <dgm:chMax val="1"/>
          <dgm:chPref val="1"/>
        </dgm:presLayoutVars>
      </dgm:prSet>
      <dgm:spPr/>
    </dgm:pt>
    <dgm:pt modelId="{D874E03D-1393-40BC-9DF7-FB59E8B9808B}" type="pres">
      <dgm:prSet presAssocID="{A6BB7C4C-5765-4D17-8BB1-BB3A226ED589}" presName="sibTrans" presStyleCnt="0"/>
      <dgm:spPr/>
    </dgm:pt>
    <dgm:pt modelId="{806CB9F6-0E07-4F6A-AFAF-ADE5097031D4}" type="pres">
      <dgm:prSet presAssocID="{730CDBE7-F92C-4D93-97C9-A39A3778FE12}" presName="compNode" presStyleCnt="0"/>
      <dgm:spPr/>
    </dgm:pt>
    <dgm:pt modelId="{F94470F0-453F-4481-8A63-5D335E68DD6F}" type="pres">
      <dgm:prSet presAssocID="{730CDBE7-F92C-4D93-97C9-A39A3778FE12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B6E1E71-7C76-4557-A90B-14CBBFF5D500}" type="pres">
      <dgm:prSet presAssocID="{730CDBE7-F92C-4D93-97C9-A39A3778FE1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4D1033C-AD40-42EB-AD15-025B491545E2}" type="pres">
      <dgm:prSet presAssocID="{730CDBE7-F92C-4D93-97C9-A39A3778FE12}" presName="spaceRect" presStyleCnt="0"/>
      <dgm:spPr/>
    </dgm:pt>
    <dgm:pt modelId="{1E814A62-B5D5-40A1-939C-741248063460}" type="pres">
      <dgm:prSet presAssocID="{730CDBE7-F92C-4D93-97C9-A39A3778FE12}" presName="textRect" presStyleLbl="revTx" presStyleIdx="2" presStyleCnt="5">
        <dgm:presLayoutVars>
          <dgm:chMax val="1"/>
          <dgm:chPref val="1"/>
        </dgm:presLayoutVars>
      </dgm:prSet>
      <dgm:spPr/>
    </dgm:pt>
    <dgm:pt modelId="{A0793965-58FF-4D63-8F40-ACB0E6CE5DB7}" type="pres">
      <dgm:prSet presAssocID="{8ADCF08B-EE21-4B50-94F7-772D04550B8D}" presName="sibTrans" presStyleCnt="0"/>
      <dgm:spPr/>
    </dgm:pt>
    <dgm:pt modelId="{1D1373F5-2A5C-4C8C-A339-73C1CA7E81AC}" type="pres">
      <dgm:prSet presAssocID="{2B45D046-2041-4B12-AD02-881F49CAD2BE}" presName="compNode" presStyleCnt="0"/>
      <dgm:spPr/>
    </dgm:pt>
    <dgm:pt modelId="{E573D10B-27BE-491D-9DD3-2224C5CC08A3}" type="pres">
      <dgm:prSet presAssocID="{2B45D046-2041-4B12-AD02-881F49CAD2BE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F47D5AB-DA5D-4E91-ABB4-832056AB3946}" type="pres">
      <dgm:prSet presAssocID="{2B45D046-2041-4B12-AD02-881F49CAD2B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A7EC5E4-7702-46B6-89DE-88FD8D7BE51B}" type="pres">
      <dgm:prSet presAssocID="{2B45D046-2041-4B12-AD02-881F49CAD2BE}" presName="spaceRect" presStyleCnt="0"/>
      <dgm:spPr/>
    </dgm:pt>
    <dgm:pt modelId="{9D5A9619-28F8-487D-87A8-8B62678E6B0F}" type="pres">
      <dgm:prSet presAssocID="{2B45D046-2041-4B12-AD02-881F49CAD2BE}" presName="textRect" presStyleLbl="revTx" presStyleIdx="3" presStyleCnt="5">
        <dgm:presLayoutVars>
          <dgm:chMax val="1"/>
          <dgm:chPref val="1"/>
        </dgm:presLayoutVars>
      </dgm:prSet>
      <dgm:spPr/>
    </dgm:pt>
    <dgm:pt modelId="{60D64F66-1928-4CCC-A182-549E1E5DEF90}" type="pres">
      <dgm:prSet presAssocID="{BF3B24AC-A37D-4392-B75B-70AE10BCF3CE}" presName="sibTrans" presStyleCnt="0"/>
      <dgm:spPr/>
    </dgm:pt>
    <dgm:pt modelId="{5B6C4776-436B-422B-9895-123AE319836B}" type="pres">
      <dgm:prSet presAssocID="{DF0900AA-8CAA-497C-8EBE-75C502E8D5F1}" presName="compNode" presStyleCnt="0"/>
      <dgm:spPr/>
    </dgm:pt>
    <dgm:pt modelId="{870DD87B-11C3-45F3-8F96-E37B81C7DAFD}" type="pres">
      <dgm:prSet presAssocID="{DF0900AA-8CAA-497C-8EBE-75C502E8D5F1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07FC41B-76D3-4D49-8D34-68D56DA1E7AF}" type="pres">
      <dgm:prSet presAssocID="{DF0900AA-8CAA-497C-8EBE-75C502E8D5F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5FE0462-FD23-4908-944E-93E6082AD548}" type="pres">
      <dgm:prSet presAssocID="{DF0900AA-8CAA-497C-8EBE-75C502E8D5F1}" presName="spaceRect" presStyleCnt="0"/>
      <dgm:spPr/>
    </dgm:pt>
    <dgm:pt modelId="{223B19E6-C049-479E-A3D7-1B54CB0A48AE}" type="pres">
      <dgm:prSet presAssocID="{DF0900AA-8CAA-497C-8EBE-75C502E8D5F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2767702-32FA-45FC-B815-588A10539331}" srcId="{A7C21F45-2DF6-41FF-9051-3811676F702E}" destId="{2B45D046-2041-4B12-AD02-881F49CAD2BE}" srcOrd="3" destOrd="0" parTransId="{0BE50744-4095-44EB-AECF-2B4E7FC0F855}" sibTransId="{BF3B24AC-A37D-4392-B75B-70AE10BCF3CE}"/>
    <dgm:cxn modelId="{F7026807-92A9-4AA1-BC8E-EE05DF1AE639}" type="presOf" srcId="{ED36B81C-C8C4-4D2E-B16C-2F9B0F990358}" destId="{673D35D6-2086-472A-B3B8-569E76D39FA9}" srcOrd="0" destOrd="0" presId="urn:microsoft.com/office/officeart/2018/5/layout/IconLeafLabelList"/>
    <dgm:cxn modelId="{3B71F724-20CC-47A0-8FC7-B8A3EDF0855F}" type="presOf" srcId="{38FA2B74-2C39-4517-979C-8239236AF391}" destId="{D91D932A-26F6-4766-BD9A-737E71E3C452}" srcOrd="0" destOrd="0" presId="urn:microsoft.com/office/officeart/2018/5/layout/IconLeafLabelList"/>
    <dgm:cxn modelId="{7CB82F25-A9B4-47DC-8CC2-EFE3B461B47B}" type="presOf" srcId="{730CDBE7-F92C-4D93-97C9-A39A3778FE12}" destId="{1E814A62-B5D5-40A1-939C-741248063460}" srcOrd="0" destOrd="0" presId="urn:microsoft.com/office/officeart/2018/5/layout/IconLeafLabelList"/>
    <dgm:cxn modelId="{097E6443-0AB4-48A2-9A9C-3B360C7A673E}" type="presOf" srcId="{2B45D046-2041-4B12-AD02-881F49CAD2BE}" destId="{9D5A9619-28F8-487D-87A8-8B62678E6B0F}" srcOrd="0" destOrd="0" presId="urn:microsoft.com/office/officeart/2018/5/layout/IconLeafLabelList"/>
    <dgm:cxn modelId="{4B83F094-4680-4504-9D7F-BA4703D09748}" srcId="{A7C21F45-2DF6-41FF-9051-3811676F702E}" destId="{38FA2B74-2C39-4517-979C-8239236AF391}" srcOrd="0" destOrd="0" parTransId="{88207868-98B0-428C-9537-6985BC209DC4}" sibTransId="{19A3890D-3102-4538-B54D-EC84B845AB5C}"/>
    <dgm:cxn modelId="{BA646B99-42C1-4178-9A6B-9934E7689C37}" srcId="{A7C21F45-2DF6-41FF-9051-3811676F702E}" destId="{ED36B81C-C8C4-4D2E-B16C-2F9B0F990358}" srcOrd="1" destOrd="0" parTransId="{79EAD55C-0DC1-48D1-99E6-B0F507D0F1ED}" sibTransId="{A6BB7C4C-5765-4D17-8BB1-BB3A226ED589}"/>
    <dgm:cxn modelId="{088562A2-007E-48F8-B945-841BAA713D39}" srcId="{A7C21F45-2DF6-41FF-9051-3811676F702E}" destId="{DF0900AA-8CAA-497C-8EBE-75C502E8D5F1}" srcOrd="4" destOrd="0" parTransId="{5E161805-70E6-4B7F-9C75-D02E6AB5B862}" sibTransId="{57F25786-77FC-46A3-820E-3AFA01575455}"/>
    <dgm:cxn modelId="{08D0C3C3-05D9-44EF-A3AD-67CB7012123F}" type="presOf" srcId="{DF0900AA-8CAA-497C-8EBE-75C502E8D5F1}" destId="{223B19E6-C049-479E-A3D7-1B54CB0A48AE}" srcOrd="0" destOrd="0" presId="urn:microsoft.com/office/officeart/2018/5/layout/IconLeafLabelList"/>
    <dgm:cxn modelId="{BE0696C6-5F56-44A6-89AB-C1628B6C2321}" type="presOf" srcId="{A7C21F45-2DF6-41FF-9051-3811676F702E}" destId="{2F67648E-52DB-4AF2-9062-A9ABB035E559}" srcOrd="0" destOrd="0" presId="urn:microsoft.com/office/officeart/2018/5/layout/IconLeafLabelList"/>
    <dgm:cxn modelId="{3BB073FD-AE60-4788-96C9-0DC45C60286D}" srcId="{A7C21F45-2DF6-41FF-9051-3811676F702E}" destId="{730CDBE7-F92C-4D93-97C9-A39A3778FE12}" srcOrd="2" destOrd="0" parTransId="{EE1C9502-B447-4A38-9988-0C1116781D02}" sibTransId="{8ADCF08B-EE21-4B50-94F7-772D04550B8D}"/>
    <dgm:cxn modelId="{D09ECBC5-8A10-444F-A274-8E92FD55D833}" type="presParOf" srcId="{2F67648E-52DB-4AF2-9062-A9ABB035E559}" destId="{B936AC3C-3C4E-4390-81F7-A3F0401D1C3B}" srcOrd="0" destOrd="0" presId="urn:microsoft.com/office/officeart/2018/5/layout/IconLeafLabelList"/>
    <dgm:cxn modelId="{82FFC2D9-99E7-49D9-A72A-55823E7E465D}" type="presParOf" srcId="{B936AC3C-3C4E-4390-81F7-A3F0401D1C3B}" destId="{56FBF434-3ED4-4BE6-87D4-10FD0FEBF3E6}" srcOrd="0" destOrd="0" presId="urn:microsoft.com/office/officeart/2018/5/layout/IconLeafLabelList"/>
    <dgm:cxn modelId="{74137EEF-6FE8-4D76-983D-A8C641EFEECA}" type="presParOf" srcId="{B936AC3C-3C4E-4390-81F7-A3F0401D1C3B}" destId="{A396DB38-D3C8-4D33-A071-78ED08CF6A6D}" srcOrd="1" destOrd="0" presId="urn:microsoft.com/office/officeart/2018/5/layout/IconLeafLabelList"/>
    <dgm:cxn modelId="{EF5E9B32-2C5A-4640-B6DA-87EEB1306EF6}" type="presParOf" srcId="{B936AC3C-3C4E-4390-81F7-A3F0401D1C3B}" destId="{E9F1D74A-E7B7-4BB3-94B0-26FF775F0F72}" srcOrd="2" destOrd="0" presId="urn:microsoft.com/office/officeart/2018/5/layout/IconLeafLabelList"/>
    <dgm:cxn modelId="{EEA2B50C-760B-4C0A-A004-021B453E26A3}" type="presParOf" srcId="{B936AC3C-3C4E-4390-81F7-A3F0401D1C3B}" destId="{D91D932A-26F6-4766-BD9A-737E71E3C452}" srcOrd="3" destOrd="0" presId="urn:microsoft.com/office/officeart/2018/5/layout/IconLeafLabelList"/>
    <dgm:cxn modelId="{94BFE3EB-DB27-4C2C-94B5-CC2DDD79C041}" type="presParOf" srcId="{2F67648E-52DB-4AF2-9062-A9ABB035E559}" destId="{D3852CA0-232F-453C-8F1C-56ADBAB247C6}" srcOrd="1" destOrd="0" presId="urn:microsoft.com/office/officeart/2018/5/layout/IconLeafLabelList"/>
    <dgm:cxn modelId="{44CCA6BF-4D6E-407F-B318-92A6436601FE}" type="presParOf" srcId="{2F67648E-52DB-4AF2-9062-A9ABB035E559}" destId="{EE4A38A4-1A15-4EF5-90C7-47E33449D633}" srcOrd="2" destOrd="0" presId="urn:microsoft.com/office/officeart/2018/5/layout/IconLeafLabelList"/>
    <dgm:cxn modelId="{A89B4EDB-DF13-4980-91D8-6D676B36E357}" type="presParOf" srcId="{EE4A38A4-1A15-4EF5-90C7-47E33449D633}" destId="{3154C93B-2B29-49B7-BD2B-3D6AA973215F}" srcOrd="0" destOrd="0" presId="urn:microsoft.com/office/officeart/2018/5/layout/IconLeafLabelList"/>
    <dgm:cxn modelId="{FBFB8107-C3C2-4F1D-815A-7675A46A00BD}" type="presParOf" srcId="{EE4A38A4-1A15-4EF5-90C7-47E33449D633}" destId="{7439A413-D1A8-45A8-982D-47D5B2659D01}" srcOrd="1" destOrd="0" presId="urn:microsoft.com/office/officeart/2018/5/layout/IconLeafLabelList"/>
    <dgm:cxn modelId="{37C7A968-5C45-41C7-85BC-3B04D8E20816}" type="presParOf" srcId="{EE4A38A4-1A15-4EF5-90C7-47E33449D633}" destId="{D4197324-CA23-4069-9FBF-DBCD311DCC6E}" srcOrd="2" destOrd="0" presId="urn:microsoft.com/office/officeart/2018/5/layout/IconLeafLabelList"/>
    <dgm:cxn modelId="{F358AB82-87F3-4C8C-ADB5-DD3CB88CA933}" type="presParOf" srcId="{EE4A38A4-1A15-4EF5-90C7-47E33449D633}" destId="{673D35D6-2086-472A-B3B8-569E76D39FA9}" srcOrd="3" destOrd="0" presId="urn:microsoft.com/office/officeart/2018/5/layout/IconLeafLabelList"/>
    <dgm:cxn modelId="{F4A1415F-ACD1-43B1-90BB-6F165297E594}" type="presParOf" srcId="{2F67648E-52DB-4AF2-9062-A9ABB035E559}" destId="{D874E03D-1393-40BC-9DF7-FB59E8B9808B}" srcOrd="3" destOrd="0" presId="urn:microsoft.com/office/officeart/2018/5/layout/IconLeafLabelList"/>
    <dgm:cxn modelId="{BE5E0FF4-1CC1-4E1D-9F3D-5CE5349DFC5E}" type="presParOf" srcId="{2F67648E-52DB-4AF2-9062-A9ABB035E559}" destId="{806CB9F6-0E07-4F6A-AFAF-ADE5097031D4}" srcOrd="4" destOrd="0" presId="urn:microsoft.com/office/officeart/2018/5/layout/IconLeafLabelList"/>
    <dgm:cxn modelId="{2880F3C7-A052-417D-A468-E0FBC2B1F51D}" type="presParOf" srcId="{806CB9F6-0E07-4F6A-AFAF-ADE5097031D4}" destId="{F94470F0-453F-4481-8A63-5D335E68DD6F}" srcOrd="0" destOrd="0" presId="urn:microsoft.com/office/officeart/2018/5/layout/IconLeafLabelList"/>
    <dgm:cxn modelId="{73488B12-B94A-498A-BFF8-59DFC199C1D5}" type="presParOf" srcId="{806CB9F6-0E07-4F6A-AFAF-ADE5097031D4}" destId="{CB6E1E71-7C76-4557-A90B-14CBBFF5D500}" srcOrd="1" destOrd="0" presId="urn:microsoft.com/office/officeart/2018/5/layout/IconLeafLabelList"/>
    <dgm:cxn modelId="{E91B4D41-4D07-461D-872A-4D1DF5C83381}" type="presParOf" srcId="{806CB9F6-0E07-4F6A-AFAF-ADE5097031D4}" destId="{C4D1033C-AD40-42EB-AD15-025B491545E2}" srcOrd="2" destOrd="0" presId="urn:microsoft.com/office/officeart/2018/5/layout/IconLeafLabelList"/>
    <dgm:cxn modelId="{F6F539ED-2C0A-4F62-B10E-811F9FEE665E}" type="presParOf" srcId="{806CB9F6-0E07-4F6A-AFAF-ADE5097031D4}" destId="{1E814A62-B5D5-40A1-939C-741248063460}" srcOrd="3" destOrd="0" presId="urn:microsoft.com/office/officeart/2018/5/layout/IconLeafLabelList"/>
    <dgm:cxn modelId="{9774E53C-8FFE-4AE9-A930-8DB4715149A4}" type="presParOf" srcId="{2F67648E-52DB-4AF2-9062-A9ABB035E559}" destId="{A0793965-58FF-4D63-8F40-ACB0E6CE5DB7}" srcOrd="5" destOrd="0" presId="urn:microsoft.com/office/officeart/2018/5/layout/IconLeafLabelList"/>
    <dgm:cxn modelId="{E64810D6-3281-4AF6-84CD-0115376468A2}" type="presParOf" srcId="{2F67648E-52DB-4AF2-9062-A9ABB035E559}" destId="{1D1373F5-2A5C-4C8C-A339-73C1CA7E81AC}" srcOrd="6" destOrd="0" presId="urn:microsoft.com/office/officeart/2018/5/layout/IconLeafLabelList"/>
    <dgm:cxn modelId="{9C2AABEC-1EED-4B23-B563-3F4641C9E1ED}" type="presParOf" srcId="{1D1373F5-2A5C-4C8C-A339-73C1CA7E81AC}" destId="{E573D10B-27BE-491D-9DD3-2224C5CC08A3}" srcOrd="0" destOrd="0" presId="urn:microsoft.com/office/officeart/2018/5/layout/IconLeafLabelList"/>
    <dgm:cxn modelId="{B9C5C224-073E-4FC2-92FA-76A2E07933EF}" type="presParOf" srcId="{1D1373F5-2A5C-4C8C-A339-73C1CA7E81AC}" destId="{4F47D5AB-DA5D-4E91-ABB4-832056AB3946}" srcOrd="1" destOrd="0" presId="urn:microsoft.com/office/officeart/2018/5/layout/IconLeafLabelList"/>
    <dgm:cxn modelId="{5FABEC82-C3D2-42F8-B4FA-5F709CB397C8}" type="presParOf" srcId="{1D1373F5-2A5C-4C8C-A339-73C1CA7E81AC}" destId="{9A7EC5E4-7702-46B6-89DE-88FD8D7BE51B}" srcOrd="2" destOrd="0" presId="urn:microsoft.com/office/officeart/2018/5/layout/IconLeafLabelList"/>
    <dgm:cxn modelId="{99925E47-6FF0-4E08-A723-6B7848CD1021}" type="presParOf" srcId="{1D1373F5-2A5C-4C8C-A339-73C1CA7E81AC}" destId="{9D5A9619-28F8-487D-87A8-8B62678E6B0F}" srcOrd="3" destOrd="0" presId="urn:microsoft.com/office/officeart/2018/5/layout/IconLeafLabelList"/>
    <dgm:cxn modelId="{E39E207A-9D99-4D16-B2A0-5980D23787A7}" type="presParOf" srcId="{2F67648E-52DB-4AF2-9062-A9ABB035E559}" destId="{60D64F66-1928-4CCC-A182-549E1E5DEF90}" srcOrd="7" destOrd="0" presId="urn:microsoft.com/office/officeart/2018/5/layout/IconLeafLabelList"/>
    <dgm:cxn modelId="{6B83227E-9929-47F0-84C5-C46A05A3886D}" type="presParOf" srcId="{2F67648E-52DB-4AF2-9062-A9ABB035E559}" destId="{5B6C4776-436B-422B-9895-123AE319836B}" srcOrd="8" destOrd="0" presId="urn:microsoft.com/office/officeart/2018/5/layout/IconLeafLabelList"/>
    <dgm:cxn modelId="{F7AE598D-3EE4-4F86-A571-44CD55251474}" type="presParOf" srcId="{5B6C4776-436B-422B-9895-123AE319836B}" destId="{870DD87B-11C3-45F3-8F96-E37B81C7DAFD}" srcOrd="0" destOrd="0" presId="urn:microsoft.com/office/officeart/2018/5/layout/IconLeafLabelList"/>
    <dgm:cxn modelId="{43F05F12-7F9A-4DA2-94EB-B76B637915F4}" type="presParOf" srcId="{5B6C4776-436B-422B-9895-123AE319836B}" destId="{307FC41B-76D3-4D49-8D34-68D56DA1E7AF}" srcOrd="1" destOrd="0" presId="urn:microsoft.com/office/officeart/2018/5/layout/IconLeafLabelList"/>
    <dgm:cxn modelId="{0489F70B-C8D5-4267-B724-1F22E77BB068}" type="presParOf" srcId="{5B6C4776-436B-422B-9895-123AE319836B}" destId="{D5FE0462-FD23-4908-944E-93E6082AD548}" srcOrd="2" destOrd="0" presId="urn:microsoft.com/office/officeart/2018/5/layout/IconLeafLabelList"/>
    <dgm:cxn modelId="{9F30858C-2F9A-499D-8F50-FA94A94EB0BA}" type="presParOf" srcId="{5B6C4776-436B-422B-9895-123AE319836B}" destId="{223B19E6-C049-479E-A3D7-1B54CB0A48A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5B833D3-3089-4EAA-8DD1-216D8B9853B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A83CE1A-6C49-4B30-9E65-EC708292B0DD}">
      <dgm:prSet/>
      <dgm:spPr/>
      <dgm:t>
        <a:bodyPr/>
        <a:lstStyle/>
        <a:p>
          <a:r>
            <a:rPr lang="en-US" b="1"/>
            <a:t>✅ Successfully Built:</a:t>
          </a:r>
          <a:endParaRPr lang="en-US"/>
        </a:p>
      </dgm:t>
    </dgm:pt>
    <dgm:pt modelId="{0A556837-BD48-4BA8-A27E-0E2DFD087E33}" type="parTrans" cxnId="{93D40E52-E3DF-46D9-B3EC-7AB318A5AB0C}">
      <dgm:prSet/>
      <dgm:spPr/>
      <dgm:t>
        <a:bodyPr/>
        <a:lstStyle/>
        <a:p>
          <a:endParaRPr lang="en-US"/>
        </a:p>
      </dgm:t>
    </dgm:pt>
    <dgm:pt modelId="{3275CCE3-9437-40AC-ADBE-087EDCD3654C}" type="sibTrans" cxnId="{93D40E52-E3DF-46D9-B3EC-7AB318A5AB0C}">
      <dgm:prSet/>
      <dgm:spPr/>
      <dgm:t>
        <a:bodyPr/>
        <a:lstStyle/>
        <a:p>
          <a:endParaRPr lang="en-US"/>
        </a:p>
      </dgm:t>
    </dgm:pt>
    <dgm:pt modelId="{C2E7A675-4B98-44EC-BF50-E082CD58A966}">
      <dgm:prSet/>
      <dgm:spPr/>
      <dgm:t>
        <a:bodyPr/>
        <a:lstStyle/>
        <a:p>
          <a:r>
            <a:rPr lang="en-US"/>
            <a:t>ML population forecasting model</a:t>
          </a:r>
        </a:p>
      </dgm:t>
    </dgm:pt>
    <dgm:pt modelId="{D3200328-F2D4-4C33-9B44-0159ECF611DC}" type="parTrans" cxnId="{C4FD9E9C-3ADA-404C-879B-C5F93ED55EB1}">
      <dgm:prSet/>
      <dgm:spPr/>
      <dgm:t>
        <a:bodyPr/>
        <a:lstStyle/>
        <a:p>
          <a:endParaRPr lang="en-US"/>
        </a:p>
      </dgm:t>
    </dgm:pt>
    <dgm:pt modelId="{E519B249-DD6B-47DE-A60C-E03A717EB1A2}" type="sibTrans" cxnId="{C4FD9E9C-3ADA-404C-879B-C5F93ED55EB1}">
      <dgm:prSet/>
      <dgm:spPr/>
      <dgm:t>
        <a:bodyPr/>
        <a:lstStyle/>
        <a:p>
          <a:endParaRPr lang="en-US"/>
        </a:p>
      </dgm:t>
    </dgm:pt>
    <dgm:pt modelId="{0CE2981D-9D03-49F9-B8BD-B8F42A522809}">
      <dgm:prSet/>
      <dgm:spPr/>
      <dgm:t>
        <a:bodyPr/>
        <a:lstStyle/>
        <a:p>
          <a:r>
            <a:rPr lang="en-US"/>
            <a:t>Feature engineered time-series dataset</a:t>
          </a:r>
        </a:p>
      </dgm:t>
    </dgm:pt>
    <dgm:pt modelId="{F0AD87E2-2CB1-4394-B5B2-009BBE6CD7CF}" type="parTrans" cxnId="{6734EAEC-4F09-45B5-993C-D5B08D3D80D8}">
      <dgm:prSet/>
      <dgm:spPr/>
      <dgm:t>
        <a:bodyPr/>
        <a:lstStyle/>
        <a:p>
          <a:endParaRPr lang="en-US"/>
        </a:p>
      </dgm:t>
    </dgm:pt>
    <dgm:pt modelId="{35A404AB-8292-4CF1-BA0D-9184D5088AB4}" type="sibTrans" cxnId="{6734EAEC-4F09-45B5-993C-D5B08D3D80D8}">
      <dgm:prSet/>
      <dgm:spPr/>
      <dgm:t>
        <a:bodyPr/>
        <a:lstStyle/>
        <a:p>
          <a:endParaRPr lang="en-US"/>
        </a:p>
      </dgm:t>
    </dgm:pt>
    <dgm:pt modelId="{8BE4017E-22F8-4FC5-A889-80610348D48D}">
      <dgm:prSet/>
      <dgm:spPr/>
      <dgm:t>
        <a:bodyPr/>
        <a:lstStyle/>
        <a:p>
          <a:r>
            <a:rPr lang="en-US"/>
            <a:t>Deployed production-ready app</a:t>
          </a:r>
        </a:p>
      </dgm:t>
    </dgm:pt>
    <dgm:pt modelId="{6F8FD960-EA53-4434-AFB5-7BC254ACFEFD}" type="parTrans" cxnId="{AE5C0940-E492-4E3D-BAEB-B67E96B893EB}">
      <dgm:prSet/>
      <dgm:spPr/>
      <dgm:t>
        <a:bodyPr/>
        <a:lstStyle/>
        <a:p>
          <a:endParaRPr lang="en-US"/>
        </a:p>
      </dgm:t>
    </dgm:pt>
    <dgm:pt modelId="{838ED932-2D3A-4E3D-B4A1-916399F2D9C3}" type="sibTrans" cxnId="{AE5C0940-E492-4E3D-BAEB-B67E96B893EB}">
      <dgm:prSet/>
      <dgm:spPr/>
      <dgm:t>
        <a:bodyPr/>
        <a:lstStyle/>
        <a:p>
          <a:endParaRPr lang="en-US"/>
        </a:p>
      </dgm:t>
    </dgm:pt>
    <dgm:pt modelId="{79EE6F38-E6C4-40B6-80F3-32CF68630F46}">
      <dgm:prSet/>
      <dgm:spPr/>
      <dgm:t>
        <a:bodyPr/>
        <a:lstStyle/>
        <a:p>
          <a:r>
            <a:rPr lang="en-US"/>
            <a:t>Live cloud deployment</a:t>
          </a:r>
        </a:p>
      </dgm:t>
    </dgm:pt>
    <dgm:pt modelId="{080023F2-7999-424F-AAD2-7533E16A96C8}" type="parTrans" cxnId="{4930AAEE-8E62-4606-971D-CEF716DD3719}">
      <dgm:prSet/>
      <dgm:spPr/>
      <dgm:t>
        <a:bodyPr/>
        <a:lstStyle/>
        <a:p>
          <a:endParaRPr lang="en-US"/>
        </a:p>
      </dgm:t>
    </dgm:pt>
    <dgm:pt modelId="{1168B8FE-F137-4B2E-B52C-9F31E19EF8DD}" type="sibTrans" cxnId="{4930AAEE-8E62-4606-971D-CEF716DD3719}">
      <dgm:prSet/>
      <dgm:spPr/>
      <dgm:t>
        <a:bodyPr/>
        <a:lstStyle/>
        <a:p>
          <a:endParaRPr lang="en-US"/>
        </a:p>
      </dgm:t>
    </dgm:pt>
    <dgm:pt modelId="{EC36783E-0443-4F02-B2D9-C19ACB3A6359}">
      <dgm:prSet/>
      <dgm:spPr/>
      <dgm:t>
        <a:bodyPr/>
        <a:lstStyle/>
        <a:p>
          <a:r>
            <a:rPr lang="en-US"/>
            <a:t>Professional GitHub repository</a:t>
          </a:r>
        </a:p>
      </dgm:t>
    </dgm:pt>
    <dgm:pt modelId="{99302023-49DA-484C-A7E8-6937ECC7C6A9}" type="parTrans" cxnId="{16160795-7321-4D31-AE4A-0F39F5E8B407}">
      <dgm:prSet/>
      <dgm:spPr/>
      <dgm:t>
        <a:bodyPr/>
        <a:lstStyle/>
        <a:p>
          <a:endParaRPr lang="en-US"/>
        </a:p>
      </dgm:t>
    </dgm:pt>
    <dgm:pt modelId="{9FF2565C-9459-4A9D-BB6E-57789A9288E2}" type="sibTrans" cxnId="{16160795-7321-4D31-AE4A-0F39F5E8B407}">
      <dgm:prSet/>
      <dgm:spPr/>
      <dgm:t>
        <a:bodyPr/>
        <a:lstStyle/>
        <a:p>
          <a:endParaRPr lang="en-US"/>
        </a:p>
      </dgm:t>
    </dgm:pt>
    <dgm:pt modelId="{5049042B-AECD-4A00-9A94-9BBB095F0C1C}" type="pres">
      <dgm:prSet presAssocID="{E5B833D3-3089-4EAA-8DD1-216D8B9853B3}" presName="root" presStyleCnt="0">
        <dgm:presLayoutVars>
          <dgm:dir/>
          <dgm:resizeHandles val="exact"/>
        </dgm:presLayoutVars>
      </dgm:prSet>
      <dgm:spPr/>
    </dgm:pt>
    <dgm:pt modelId="{33C07BB0-74F5-4EC0-A20F-908A86E086E2}" type="pres">
      <dgm:prSet presAssocID="{E5B833D3-3089-4EAA-8DD1-216D8B9853B3}" presName="container" presStyleCnt="0">
        <dgm:presLayoutVars>
          <dgm:dir/>
          <dgm:resizeHandles val="exact"/>
        </dgm:presLayoutVars>
      </dgm:prSet>
      <dgm:spPr/>
    </dgm:pt>
    <dgm:pt modelId="{534FDF10-AD04-4980-BE4E-2AEFF2477FF9}" type="pres">
      <dgm:prSet presAssocID="{FA83CE1A-6C49-4B30-9E65-EC708292B0DD}" presName="compNode" presStyleCnt="0"/>
      <dgm:spPr/>
    </dgm:pt>
    <dgm:pt modelId="{E90464F0-AACC-47C3-8B69-A47F70385D6E}" type="pres">
      <dgm:prSet presAssocID="{FA83CE1A-6C49-4B30-9E65-EC708292B0DD}" presName="iconBgRect" presStyleLbl="bgShp" presStyleIdx="0" presStyleCnt="6"/>
      <dgm:spPr/>
    </dgm:pt>
    <dgm:pt modelId="{F533F9C7-8D4D-4663-8316-5D3CA8834C2E}" type="pres">
      <dgm:prSet presAssocID="{FA83CE1A-6C49-4B30-9E65-EC708292B0D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25D59FD-E90D-49DB-97D3-751944FEEB75}" type="pres">
      <dgm:prSet presAssocID="{FA83CE1A-6C49-4B30-9E65-EC708292B0DD}" presName="spaceRect" presStyleCnt="0"/>
      <dgm:spPr/>
    </dgm:pt>
    <dgm:pt modelId="{C603DCF2-D7AE-41BC-8A62-2C31D4BB716A}" type="pres">
      <dgm:prSet presAssocID="{FA83CE1A-6C49-4B30-9E65-EC708292B0DD}" presName="textRect" presStyleLbl="revTx" presStyleIdx="0" presStyleCnt="6">
        <dgm:presLayoutVars>
          <dgm:chMax val="1"/>
          <dgm:chPref val="1"/>
        </dgm:presLayoutVars>
      </dgm:prSet>
      <dgm:spPr/>
    </dgm:pt>
    <dgm:pt modelId="{B10F57FF-3A98-472A-A827-A41406F002B4}" type="pres">
      <dgm:prSet presAssocID="{3275CCE3-9437-40AC-ADBE-087EDCD3654C}" presName="sibTrans" presStyleLbl="sibTrans2D1" presStyleIdx="0" presStyleCnt="0"/>
      <dgm:spPr/>
    </dgm:pt>
    <dgm:pt modelId="{9FB217AF-BDEA-407D-9979-E58206CBF449}" type="pres">
      <dgm:prSet presAssocID="{C2E7A675-4B98-44EC-BF50-E082CD58A966}" presName="compNode" presStyleCnt="0"/>
      <dgm:spPr/>
    </dgm:pt>
    <dgm:pt modelId="{E83C913D-F5DE-4E1C-A3E3-D5B83D5D892D}" type="pres">
      <dgm:prSet presAssocID="{C2E7A675-4B98-44EC-BF50-E082CD58A966}" presName="iconBgRect" presStyleLbl="bgShp" presStyleIdx="1" presStyleCnt="6"/>
      <dgm:spPr/>
    </dgm:pt>
    <dgm:pt modelId="{3F26C7A7-3518-437B-825D-C51D2F3E9A31}" type="pres">
      <dgm:prSet presAssocID="{C2E7A675-4B98-44EC-BF50-E082CD58A96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BE84B889-1534-496F-9801-D9F1B5531A06}" type="pres">
      <dgm:prSet presAssocID="{C2E7A675-4B98-44EC-BF50-E082CD58A966}" presName="spaceRect" presStyleCnt="0"/>
      <dgm:spPr/>
    </dgm:pt>
    <dgm:pt modelId="{D4AAA856-838B-4A09-824C-8EEF8B2B237E}" type="pres">
      <dgm:prSet presAssocID="{C2E7A675-4B98-44EC-BF50-E082CD58A966}" presName="textRect" presStyleLbl="revTx" presStyleIdx="1" presStyleCnt="6">
        <dgm:presLayoutVars>
          <dgm:chMax val="1"/>
          <dgm:chPref val="1"/>
        </dgm:presLayoutVars>
      </dgm:prSet>
      <dgm:spPr/>
    </dgm:pt>
    <dgm:pt modelId="{3607CE12-9FF2-48BD-BE52-27A76AD69FD4}" type="pres">
      <dgm:prSet presAssocID="{E519B249-DD6B-47DE-A60C-E03A717EB1A2}" presName="sibTrans" presStyleLbl="sibTrans2D1" presStyleIdx="0" presStyleCnt="0"/>
      <dgm:spPr/>
    </dgm:pt>
    <dgm:pt modelId="{F784DA2B-B202-4A0B-82E1-A119FE9DE8BE}" type="pres">
      <dgm:prSet presAssocID="{0CE2981D-9D03-49F9-B8BD-B8F42A522809}" presName="compNode" presStyleCnt="0"/>
      <dgm:spPr/>
    </dgm:pt>
    <dgm:pt modelId="{0441B961-3029-48A8-9F4D-3E581017135E}" type="pres">
      <dgm:prSet presAssocID="{0CE2981D-9D03-49F9-B8BD-B8F42A522809}" presName="iconBgRect" presStyleLbl="bgShp" presStyleIdx="2" presStyleCnt="6"/>
      <dgm:spPr/>
    </dgm:pt>
    <dgm:pt modelId="{4BCE1877-434F-45BA-8528-CFE2D52F053B}" type="pres">
      <dgm:prSet presAssocID="{0CE2981D-9D03-49F9-B8BD-B8F42A52280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A6C63DC-F83D-4929-A830-0AC4B09567DE}" type="pres">
      <dgm:prSet presAssocID="{0CE2981D-9D03-49F9-B8BD-B8F42A522809}" presName="spaceRect" presStyleCnt="0"/>
      <dgm:spPr/>
    </dgm:pt>
    <dgm:pt modelId="{B49429E1-D937-4DB8-89B9-70A7C861C30E}" type="pres">
      <dgm:prSet presAssocID="{0CE2981D-9D03-49F9-B8BD-B8F42A522809}" presName="textRect" presStyleLbl="revTx" presStyleIdx="2" presStyleCnt="6">
        <dgm:presLayoutVars>
          <dgm:chMax val="1"/>
          <dgm:chPref val="1"/>
        </dgm:presLayoutVars>
      </dgm:prSet>
      <dgm:spPr/>
    </dgm:pt>
    <dgm:pt modelId="{C66D8629-F4BD-4D09-AFD3-AFE0D4BC85F6}" type="pres">
      <dgm:prSet presAssocID="{35A404AB-8292-4CF1-BA0D-9184D5088AB4}" presName="sibTrans" presStyleLbl="sibTrans2D1" presStyleIdx="0" presStyleCnt="0"/>
      <dgm:spPr/>
    </dgm:pt>
    <dgm:pt modelId="{9A728EBC-BCFB-4614-9091-E9B8E0DE1499}" type="pres">
      <dgm:prSet presAssocID="{8BE4017E-22F8-4FC5-A889-80610348D48D}" presName="compNode" presStyleCnt="0"/>
      <dgm:spPr/>
    </dgm:pt>
    <dgm:pt modelId="{81B43AC2-00AB-4D8A-AFFE-AFB2AA0196F4}" type="pres">
      <dgm:prSet presAssocID="{8BE4017E-22F8-4FC5-A889-80610348D48D}" presName="iconBgRect" presStyleLbl="bgShp" presStyleIdx="3" presStyleCnt="6"/>
      <dgm:spPr/>
    </dgm:pt>
    <dgm:pt modelId="{4AA20D63-D09F-4DAB-AA87-CFD9ED31E6A2}" type="pres">
      <dgm:prSet presAssocID="{8BE4017E-22F8-4FC5-A889-80610348D48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676E95DA-B47B-42B0-B632-B57E6DFF5ABC}" type="pres">
      <dgm:prSet presAssocID="{8BE4017E-22F8-4FC5-A889-80610348D48D}" presName="spaceRect" presStyleCnt="0"/>
      <dgm:spPr/>
    </dgm:pt>
    <dgm:pt modelId="{BEC0B071-3BD2-4E63-B4B6-0F47013620CD}" type="pres">
      <dgm:prSet presAssocID="{8BE4017E-22F8-4FC5-A889-80610348D48D}" presName="textRect" presStyleLbl="revTx" presStyleIdx="3" presStyleCnt="6">
        <dgm:presLayoutVars>
          <dgm:chMax val="1"/>
          <dgm:chPref val="1"/>
        </dgm:presLayoutVars>
      </dgm:prSet>
      <dgm:spPr/>
    </dgm:pt>
    <dgm:pt modelId="{A0743CF2-2DC9-46BB-B69E-B434C5A23810}" type="pres">
      <dgm:prSet presAssocID="{838ED932-2D3A-4E3D-B4A1-916399F2D9C3}" presName="sibTrans" presStyleLbl="sibTrans2D1" presStyleIdx="0" presStyleCnt="0"/>
      <dgm:spPr/>
    </dgm:pt>
    <dgm:pt modelId="{F5639931-B910-41B5-AB2A-78C18ED53466}" type="pres">
      <dgm:prSet presAssocID="{79EE6F38-E6C4-40B6-80F3-32CF68630F46}" presName="compNode" presStyleCnt="0"/>
      <dgm:spPr/>
    </dgm:pt>
    <dgm:pt modelId="{6F62ADA0-7FD1-4516-89B2-94FBADECD2B1}" type="pres">
      <dgm:prSet presAssocID="{79EE6F38-E6C4-40B6-80F3-32CF68630F46}" presName="iconBgRect" presStyleLbl="bgShp" presStyleIdx="4" presStyleCnt="6"/>
      <dgm:spPr/>
    </dgm:pt>
    <dgm:pt modelId="{BE713EB8-A2E3-46FF-85D5-BB3A7EEBECBE}" type="pres">
      <dgm:prSet presAssocID="{79EE6F38-E6C4-40B6-80F3-32CF68630F4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611817B-A0AF-4366-9C40-FD90C606F297}" type="pres">
      <dgm:prSet presAssocID="{79EE6F38-E6C4-40B6-80F3-32CF68630F46}" presName="spaceRect" presStyleCnt="0"/>
      <dgm:spPr/>
    </dgm:pt>
    <dgm:pt modelId="{013CCCB8-5BBA-4554-AFCB-1A21C61EEA80}" type="pres">
      <dgm:prSet presAssocID="{79EE6F38-E6C4-40B6-80F3-32CF68630F46}" presName="textRect" presStyleLbl="revTx" presStyleIdx="4" presStyleCnt="6">
        <dgm:presLayoutVars>
          <dgm:chMax val="1"/>
          <dgm:chPref val="1"/>
        </dgm:presLayoutVars>
      </dgm:prSet>
      <dgm:spPr/>
    </dgm:pt>
    <dgm:pt modelId="{E823578A-14C2-4793-8957-F73B418C5883}" type="pres">
      <dgm:prSet presAssocID="{1168B8FE-F137-4B2E-B52C-9F31E19EF8DD}" presName="sibTrans" presStyleLbl="sibTrans2D1" presStyleIdx="0" presStyleCnt="0"/>
      <dgm:spPr/>
    </dgm:pt>
    <dgm:pt modelId="{C78F0463-5ECA-449F-8C03-792050385377}" type="pres">
      <dgm:prSet presAssocID="{EC36783E-0443-4F02-B2D9-C19ACB3A6359}" presName="compNode" presStyleCnt="0"/>
      <dgm:spPr/>
    </dgm:pt>
    <dgm:pt modelId="{356A1E04-0131-4E4C-BB4D-98AE836D2AD3}" type="pres">
      <dgm:prSet presAssocID="{EC36783E-0443-4F02-B2D9-C19ACB3A6359}" presName="iconBgRect" presStyleLbl="bgShp" presStyleIdx="5" presStyleCnt="6"/>
      <dgm:spPr/>
    </dgm:pt>
    <dgm:pt modelId="{15BDF26B-A7A5-4D2E-8B32-08498CE4C7C0}" type="pres">
      <dgm:prSet presAssocID="{EC36783E-0443-4F02-B2D9-C19ACB3A635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472A095-8671-4D5B-800F-FA904123CA3C}" type="pres">
      <dgm:prSet presAssocID="{EC36783E-0443-4F02-B2D9-C19ACB3A6359}" presName="spaceRect" presStyleCnt="0"/>
      <dgm:spPr/>
    </dgm:pt>
    <dgm:pt modelId="{90479DC4-F2A1-4DF3-8341-30269892A83F}" type="pres">
      <dgm:prSet presAssocID="{EC36783E-0443-4F02-B2D9-C19ACB3A635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89EC30C-0783-4189-AC2D-41FA203658D4}" type="presOf" srcId="{35A404AB-8292-4CF1-BA0D-9184D5088AB4}" destId="{C66D8629-F4BD-4D09-AFD3-AFE0D4BC85F6}" srcOrd="0" destOrd="0" presId="urn:microsoft.com/office/officeart/2018/2/layout/IconCircleList"/>
    <dgm:cxn modelId="{47216B17-684B-4886-A2B9-06CD18801A19}" type="presOf" srcId="{FA83CE1A-6C49-4B30-9E65-EC708292B0DD}" destId="{C603DCF2-D7AE-41BC-8A62-2C31D4BB716A}" srcOrd="0" destOrd="0" presId="urn:microsoft.com/office/officeart/2018/2/layout/IconCircleList"/>
    <dgm:cxn modelId="{AE5C0940-E492-4E3D-BAEB-B67E96B893EB}" srcId="{E5B833D3-3089-4EAA-8DD1-216D8B9853B3}" destId="{8BE4017E-22F8-4FC5-A889-80610348D48D}" srcOrd="3" destOrd="0" parTransId="{6F8FD960-EA53-4434-AFB5-7BC254ACFEFD}" sibTransId="{838ED932-2D3A-4E3D-B4A1-916399F2D9C3}"/>
    <dgm:cxn modelId="{79242E4B-D332-49E6-9230-930FEDC9AFF9}" type="presOf" srcId="{8BE4017E-22F8-4FC5-A889-80610348D48D}" destId="{BEC0B071-3BD2-4E63-B4B6-0F47013620CD}" srcOrd="0" destOrd="0" presId="urn:microsoft.com/office/officeart/2018/2/layout/IconCircleList"/>
    <dgm:cxn modelId="{93D40E52-E3DF-46D9-B3EC-7AB318A5AB0C}" srcId="{E5B833D3-3089-4EAA-8DD1-216D8B9853B3}" destId="{FA83CE1A-6C49-4B30-9E65-EC708292B0DD}" srcOrd="0" destOrd="0" parTransId="{0A556837-BD48-4BA8-A27E-0E2DFD087E33}" sibTransId="{3275CCE3-9437-40AC-ADBE-087EDCD3654C}"/>
    <dgm:cxn modelId="{50CFB273-CC03-41C7-9E28-DC21A3A8DACD}" type="presOf" srcId="{838ED932-2D3A-4E3D-B4A1-916399F2D9C3}" destId="{A0743CF2-2DC9-46BB-B69E-B434C5A23810}" srcOrd="0" destOrd="0" presId="urn:microsoft.com/office/officeart/2018/2/layout/IconCircleList"/>
    <dgm:cxn modelId="{FF100A80-D43B-4C62-B931-FE885F4DB5DC}" type="presOf" srcId="{79EE6F38-E6C4-40B6-80F3-32CF68630F46}" destId="{013CCCB8-5BBA-4554-AFCB-1A21C61EEA80}" srcOrd="0" destOrd="0" presId="urn:microsoft.com/office/officeart/2018/2/layout/IconCircleList"/>
    <dgm:cxn modelId="{60929587-C12A-4804-9C0E-C3805C99BFA3}" type="presOf" srcId="{1168B8FE-F137-4B2E-B52C-9F31E19EF8DD}" destId="{E823578A-14C2-4793-8957-F73B418C5883}" srcOrd="0" destOrd="0" presId="urn:microsoft.com/office/officeart/2018/2/layout/IconCircleList"/>
    <dgm:cxn modelId="{1E1CE18B-E923-4BED-9B24-3C596DA285B1}" type="presOf" srcId="{E5B833D3-3089-4EAA-8DD1-216D8B9853B3}" destId="{5049042B-AECD-4A00-9A94-9BBB095F0C1C}" srcOrd="0" destOrd="0" presId="urn:microsoft.com/office/officeart/2018/2/layout/IconCircleList"/>
    <dgm:cxn modelId="{16160795-7321-4D31-AE4A-0F39F5E8B407}" srcId="{E5B833D3-3089-4EAA-8DD1-216D8B9853B3}" destId="{EC36783E-0443-4F02-B2D9-C19ACB3A6359}" srcOrd="5" destOrd="0" parTransId="{99302023-49DA-484C-A7E8-6937ECC7C6A9}" sibTransId="{9FF2565C-9459-4A9D-BB6E-57789A9288E2}"/>
    <dgm:cxn modelId="{C4FD9E9C-3ADA-404C-879B-C5F93ED55EB1}" srcId="{E5B833D3-3089-4EAA-8DD1-216D8B9853B3}" destId="{C2E7A675-4B98-44EC-BF50-E082CD58A966}" srcOrd="1" destOrd="0" parTransId="{D3200328-F2D4-4C33-9B44-0159ECF611DC}" sibTransId="{E519B249-DD6B-47DE-A60C-E03A717EB1A2}"/>
    <dgm:cxn modelId="{FE2077BC-CDE8-4026-94AD-F263015ECD2F}" type="presOf" srcId="{C2E7A675-4B98-44EC-BF50-E082CD58A966}" destId="{D4AAA856-838B-4A09-824C-8EEF8B2B237E}" srcOrd="0" destOrd="0" presId="urn:microsoft.com/office/officeart/2018/2/layout/IconCircleList"/>
    <dgm:cxn modelId="{ADB075E2-C71B-468B-A13E-1C779303C478}" type="presOf" srcId="{EC36783E-0443-4F02-B2D9-C19ACB3A6359}" destId="{90479DC4-F2A1-4DF3-8341-30269892A83F}" srcOrd="0" destOrd="0" presId="urn:microsoft.com/office/officeart/2018/2/layout/IconCircleList"/>
    <dgm:cxn modelId="{2A780EE8-7357-4F4D-8C10-F8A2EF36D566}" type="presOf" srcId="{E519B249-DD6B-47DE-A60C-E03A717EB1A2}" destId="{3607CE12-9FF2-48BD-BE52-27A76AD69FD4}" srcOrd="0" destOrd="0" presId="urn:microsoft.com/office/officeart/2018/2/layout/IconCircleList"/>
    <dgm:cxn modelId="{5702A9EB-C803-431D-8A77-041777B736BA}" type="presOf" srcId="{0CE2981D-9D03-49F9-B8BD-B8F42A522809}" destId="{B49429E1-D937-4DB8-89B9-70A7C861C30E}" srcOrd="0" destOrd="0" presId="urn:microsoft.com/office/officeart/2018/2/layout/IconCircleList"/>
    <dgm:cxn modelId="{6734EAEC-4F09-45B5-993C-D5B08D3D80D8}" srcId="{E5B833D3-3089-4EAA-8DD1-216D8B9853B3}" destId="{0CE2981D-9D03-49F9-B8BD-B8F42A522809}" srcOrd="2" destOrd="0" parTransId="{F0AD87E2-2CB1-4394-B5B2-009BBE6CD7CF}" sibTransId="{35A404AB-8292-4CF1-BA0D-9184D5088AB4}"/>
    <dgm:cxn modelId="{4930AAEE-8E62-4606-971D-CEF716DD3719}" srcId="{E5B833D3-3089-4EAA-8DD1-216D8B9853B3}" destId="{79EE6F38-E6C4-40B6-80F3-32CF68630F46}" srcOrd="4" destOrd="0" parTransId="{080023F2-7999-424F-AAD2-7533E16A96C8}" sibTransId="{1168B8FE-F137-4B2E-B52C-9F31E19EF8DD}"/>
    <dgm:cxn modelId="{FC4546FD-9E86-460E-84F3-197BE82959E4}" type="presOf" srcId="{3275CCE3-9437-40AC-ADBE-087EDCD3654C}" destId="{B10F57FF-3A98-472A-A827-A41406F002B4}" srcOrd="0" destOrd="0" presId="urn:microsoft.com/office/officeart/2018/2/layout/IconCircleList"/>
    <dgm:cxn modelId="{E22A0C2A-BDEB-4105-8D73-E3DA8F9C2B05}" type="presParOf" srcId="{5049042B-AECD-4A00-9A94-9BBB095F0C1C}" destId="{33C07BB0-74F5-4EC0-A20F-908A86E086E2}" srcOrd="0" destOrd="0" presId="urn:microsoft.com/office/officeart/2018/2/layout/IconCircleList"/>
    <dgm:cxn modelId="{E0F079FD-C288-450E-BFFA-45DA9C340315}" type="presParOf" srcId="{33C07BB0-74F5-4EC0-A20F-908A86E086E2}" destId="{534FDF10-AD04-4980-BE4E-2AEFF2477FF9}" srcOrd="0" destOrd="0" presId="urn:microsoft.com/office/officeart/2018/2/layout/IconCircleList"/>
    <dgm:cxn modelId="{C0FB8ADC-9FE0-4D95-86C6-C413154A8009}" type="presParOf" srcId="{534FDF10-AD04-4980-BE4E-2AEFF2477FF9}" destId="{E90464F0-AACC-47C3-8B69-A47F70385D6E}" srcOrd="0" destOrd="0" presId="urn:microsoft.com/office/officeart/2018/2/layout/IconCircleList"/>
    <dgm:cxn modelId="{ADD65D2B-E3D1-4063-885B-837199B831C4}" type="presParOf" srcId="{534FDF10-AD04-4980-BE4E-2AEFF2477FF9}" destId="{F533F9C7-8D4D-4663-8316-5D3CA8834C2E}" srcOrd="1" destOrd="0" presId="urn:microsoft.com/office/officeart/2018/2/layout/IconCircleList"/>
    <dgm:cxn modelId="{950CAE7E-F6E1-4238-B033-8FA732DE6A77}" type="presParOf" srcId="{534FDF10-AD04-4980-BE4E-2AEFF2477FF9}" destId="{325D59FD-E90D-49DB-97D3-751944FEEB75}" srcOrd="2" destOrd="0" presId="urn:microsoft.com/office/officeart/2018/2/layout/IconCircleList"/>
    <dgm:cxn modelId="{B64316B0-5E17-40BA-94E0-025B333CB4BD}" type="presParOf" srcId="{534FDF10-AD04-4980-BE4E-2AEFF2477FF9}" destId="{C603DCF2-D7AE-41BC-8A62-2C31D4BB716A}" srcOrd="3" destOrd="0" presId="urn:microsoft.com/office/officeart/2018/2/layout/IconCircleList"/>
    <dgm:cxn modelId="{3159ADEF-8AF7-4A36-916D-C528105268B9}" type="presParOf" srcId="{33C07BB0-74F5-4EC0-A20F-908A86E086E2}" destId="{B10F57FF-3A98-472A-A827-A41406F002B4}" srcOrd="1" destOrd="0" presId="urn:microsoft.com/office/officeart/2018/2/layout/IconCircleList"/>
    <dgm:cxn modelId="{612222B2-72A0-45C5-84EC-897B3FAA674D}" type="presParOf" srcId="{33C07BB0-74F5-4EC0-A20F-908A86E086E2}" destId="{9FB217AF-BDEA-407D-9979-E58206CBF449}" srcOrd="2" destOrd="0" presId="urn:microsoft.com/office/officeart/2018/2/layout/IconCircleList"/>
    <dgm:cxn modelId="{6931A180-11FC-4051-A573-45540D828D20}" type="presParOf" srcId="{9FB217AF-BDEA-407D-9979-E58206CBF449}" destId="{E83C913D-F5DE-4E1C-A3E3-D5B83D5D892D}" srcOrd="0" destOrd="0" presId="urn:microsoft.com/office/officeart/2018/2/layout/IconCircleList"/>
    <dgm:cxn modelId="{405BDF3E-8DA7-4D92-A096-50F7E0A82666}" type="presParOf" srcId="{9FB217AF-BDEA-407D-9979-E58206CBF449}" destId="{3F26C7A7-3518-437B-825D-C51D2F3E9A31}" srcOrd="1" destOrd="0" presId="urn:microsoft.com/office/officeart/2018/2/layout/IconCircleList"/>
    <dgm:cxn modelId="{D316C565-9294-4BBC-960B-FEF011E87210}" type="presParOf" srcId="{9FB217AF-BDEA-407D-9979-E58206CBF449}" destId="{BE84B889-1534-496F-9801-D9F1B5531A06}" srcOrd="2" destOrd="0" presId="urn:microsoft.com/office/officeart/2018/2/layout/IconCircleList"/>
    <dgm:cxn modelId="{A051AD43-396F-48D8-B462-78A916268B48}" type="presParOf" srcId="{9FB217AF-BDEA-407D-9979-E58206CBF449}" destId="{D4AAA856-838B-4A09-824C-8EEF8B2B237E}" srcOrd="3" destOrd="0" presId="urn:microsoft.com/office/officeart/2018/2/layout/IconCircleList"/>
    <dgm:cxn modelId="{A505777E-BBE1-403D-BB93-B88E6309EEA4}" type="presParOf" srcId="{33C07BB0-74F5-4EC0-A20F-908A86E086E2}" destId="{3607CE12-9FF2-48BD-BE52-27A76AD69FD4}" srcOrd="3" destOrd="0" presId="urn:microsoft.com/office/officeart/2018/2/layout/IconCircleList"/>
    <dgm:cxn modelId="{AD2FD613-6DD4-4518-9B8C-592869C6318F}" type="presParOf" srcId="{33C07BB0-74F5-4EC0-A20F-908A86E086E2}" destId="{F784DA2B-B202-4A0B-82E1-A119FE9DE8BE}" srcOrd="4" destOrd="0" presId="urn:microsoft.com/office/officeart/2018/2/layout/IconCircleList"/>
    <dgm:cxn modelId="{1C13A9BF-6A1A-4416-A6A5-AE004019A7EC}" type="presParOf" srcId="{F784DA2B-B202-4A0B-82E1-A119FE9DE8BE}" destId="{0441B961-3029-48A8-9F4D-3E581017135E}" srcOrd="0" destOrd="0" presId="urn:microsoft.com/office/officeart/2018/2/layout/IconCircleList"/>
    <dgm:cxn modelId="{709E1571-9F4D-433C-BD1C-A7DBB1F19CC0}" type="presParOf" srcId="{F784DA2B-B202-4A0B-82E1-A119FE9DE8BE}" destId="{4BCE1877-434F-45BA-8528-CFE2D52F053B}" srcOrd="1" destOrd="0" presId="urn:microsoft.com/office/officeart/2018/2/layout/IconCircleList"/>
    <dgm:cxn modelId="{70AE6156-CD9B-4100-99C6-5E6E2E5AC242}" type="presParOf" srcId="{F784DA2B-B202-4A0B-82E1-A119FE9DE8BE}" destId="{EA6C63DC-F83D-4929-A830-0AC4B09567DE}" srcOrd="2" destOrd="0" presId="urn:microsoft.com/office/officeart/2018/2/layout/IconCircleList"/>
    <dgm:cxn modelId="{4D1D6A4A-7AB6-4ABD-81A7-5E18C7B8D1D3}" type="presParOf" srcId="{F784DA2B-B202-4A0B-82E1-A119FE9DE8BE}" destId="{B49429E1-D937-4DB8-89B9-70A7C861C30E}" srcOrd="3" destOrd="0" presId="urn:microsoft.com/office/officeart/2018/2/layout/IconCircleList"/>
    <dgm:cxn modelId="{9C727988-EAEC-4472-B973-75A0F7ACE488}" type="presParOf" srcId="{33C07BB0-74F5-4EC0-A20F-908A86E086E2}" destId="{C66D8629-F4BD-4D09-AFD3-AFE0D4BC85F6}" srcOrd="5" destOrd="0" presId="urn:microsoft.com/office/officeart/2018/2/layout/IconCircleList"/>
    <dgm:cxn modelId="{AC7223C9-3DAF-4AF0-8300-2BF579EB792D}" type="presParOf" srcId="{33C07BB0-74F5-4EC0-A20F-908A86E086E2}" destId="{9A728EBC-BCFB-4614-9091-E9B8E0DE1499}" srcOrd="6" destOrd="0" presId="urn:microsoft.com/office/officeart/2018/2/layout/IconCircleList"/>
    <dgm:cxn modelId="{BF30CFEB-6820-43D7-80B2-EFA60F06D551}" type="presParOf" srcId="{9A728EBC-BCFB-4614-9091-E9B8E0DE1499}" destId="{81B43AC2-00AB-4D8A-AFFE-AFB2AA0196F4}" srcOrd="0" destOrd="0" presId="urn:microsoft.com/office/officeart/2018/2/layout/IconCircleList"/>
    <dgm:cxn modelId="{CFEF7172-8598-4BFE-92F0-C50037BF6249}" type="presParOf" srcId="{9A728EBC-BCFB-4614-9091-E9B8E0DE1499}" destId="{4AA20D63-D09F-4DAB-AA87-CFD9ED31E6A2}" srcOrd="1" destOrd="0" presId="urn:microsoft.com/office/officeart/2018/2/layout/IconCircleList"/>
    <dgm:cxn modelId="{F318FC01-0450-4944-94CF-736A4F11B61C}" type="presParOf" srcId="{9A728EBC-BCFB-4614-9091-E9B8E0DE1499}" destId="{676E95DA-B47B-42B0-B632-B57E6DFF5ABC}" srcOrd="2" destOrd="0" presId="urn:microsoft.com/office/officeart/2018/2/layout/IconCircleList"/>
    <dgm:cxn modelId="{06FFA5AC-FBFA-4C8C-9DB8-3728C67AA388}" type="presParOf" srcId="{9A728EBC-BCFB-4614-9091-E9B8E0DE1499}" destId="{BEC0B071-3BD2-4E63-B4B6-0F47013620CD}" srcOrd="3" destOrd="0" presId="urn:microsoft.com/office/officeart/2018/2/layout/IconCircleList"/>
    <dgm:cxn modelId="{DCC4A071-66A1-4868-9DF5-9AB94617A56F}" type="presParOf" srcId="{33C07BB0-74F5-4EC0-A20F-908A86E086E2}" destId="{A0743CF2-2DC9-46BB-B69E-B434C5A23810}" srcOrd="7" destOrd="0" presId="urn:microsoft.com/office/officeart/2018/2/layout/IconCircleList"/>
    <dgm:cxn modelId="{8E905262-CAF8-4038-AD28-91E252102D0E}" type="presParOf" srcId="{33C07BB0-74F5-4EC0-A20F-908A86E086E2}" destId="{F5639931-B910-41B5-AB2A-78C18ED53466}" srcOrd="8" destOrd="0" presId="urn:microsoft.com/office/officeart/2018/2/layout/IconCircleList"/>
    <dgm:cxn modelId="{24725EFC-D889-4A2B-ACCE-59E5A0E09CDB}" type="presParOf" srcId="{F5639931-B910-41B5-AB2A-78C18ED53466}" destId="{6F62ADA0-7FD1-4516-89B2-94FBADECD2B1}" srcOrd="0" destOrd="0" presId="urn:microsoft.com/office/officeart/2018/2/layout/IconCircleList"/>
    <dgm:cxn modelId="{C9FBFD8D-1B87-4236-AC0F-3F0ADD239F48}" type="presParOf" srcId="{F5639931-B910-41B5-AB2A-78C18ED53466}" destId="{BE713EB8-A2E3-46FF-85D5-BB3A7EEBECBE}" srcOrd="1" destOrd="0" presId="urn:microsoft.com/office/officeart/2018/2/layout/IconCircleList"/>
    <dgm:cxn modelId="{C23B8CA9-2084-484D-823A-201DFB584102}" type="presParOf" srcId="{F5639931-B910-41B5-AB2A-78C18ED53466}" destId="{A611817B-A0AF-4366-9C40-FD90C606F297}" srcOrd="2" destOrd="0" presId="urn:microsoft.com/office/officeart/2018/2/layout/IconCircleList"/>
    <dgm:cxn modelId="{808037B7-C33C-4BBF-A9F5-E8E6D176A44A}" type="presParOf" srcId="{F5639931-B910-41B5-AB2A-78C18ED53466}" destId="{013CCCB8-5BBA-4554-AFCB-1A21C61EEA80}" srcOrd="3" destOrd="0" presId="urn:microsoft.com/office/officeart/2018/2/layout/IconCircleList"/>
    <dgm:cxn modelId="{CF8FC7D4-1E7E-485F-A95A-29AEE14DAA09}" type="presParOf" srcId="{33C07BB0-74F5-4EC0-A20F-908A86E086E2}" destId="{E823578A-14C2-4793-8957-F73B418C5883}" srcOrd="9" destOrd="0" presId="urn:microsoft.com/office/officeart/2018/2/layout/IconCircleList"/>
    <dgm:cxn modelId="{CA8188E9-3839-413B-B3AC-573CE243DE94}" type="presParOf" srcId="{33C07BB0-74F5-4EC0-A20F-908A86E086E2}" destId="{C78F0463-5ECA-449F-8C03-792050385377}" srcOrd="10" destOrd="0" presId="urn:microsoft.com/office/officeart/2018/2/layout/IconCircleList"/>
    <dgm:cxn modelId="{8D4209C8-4EFA-4EB8-BD2D-1CC287D8F04A}" type="presParOf" srcId="{C78F0463-5ECA-449F-8C03-792050385377}" destId="{356A1E04-0131-4E4C-BB4D-98AE836D2AD3}" srcOrd="0" destOrd="0" presId="urn:microsoft.com/office/officeart/2018/2/layout/IconCircleList"/>
    <dgm:cxn modelId="{01A17A8C-2100-456D-8A6E-ED6AF14A4DE5}" type="presParOf" srcId="{C78F0463-5ECA-449F-8C03-792050385377}" destId="{15BDF26B-A7A5-4D2E-8B32-08498CE4C7C0}" srcOrd="1" destOrd="0" presId="urn:microsoft.com/office/officeart/2018/2/layout/IconCircleList"/>
    <dgm:cxn modelId="{71851AE6-E50A-4DA2-B121-5EDAFF451331}" type="presParOf" srcId="{C78F0463-5ECA-449F-8C03-792050385377}" destId="{1472A095-8671-4D5B-800F-FA904123CA3C}" srcOrd="2" destOrd="0" presId="urn:microsoft.com/office/officeart/2018/2/layout/IconCircleList"/>
    <dgm:cxn modelId="{5725382A-5630-48C0-A346-2133C3A6A933}" type="presParOf" srcId="{C78F0463-5ECA-449F-8C03-792050385377}" destId="{90479DC4-F2A1-4DF3-8341-30269892A83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0CA3406-6904-43B9-A6C7-8EF583B08D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9439EB-62A8-4D46-92AF-F7E5B193BB0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Questions?</a:t>
          </a:r>
          <a:endParaRPr lang="en-US"/>
        </a:p>
      </dgm:t>
    </dgm:pt>
    <dgm:pt modelId="{969CDA8C-D7F5-45D2-98B1-7948B905A1EA}" type="parTrans" cxnId="{31638D30-CA55-4154-B0CF-814698E62F81}">
      <dgm:prSet/>
      <dgm:spPr/>
      <dgm:t>
        <a:bodyPr/>
        <a:lstStyle/>
        <a:p>
          <a:endParaRPr lang="en-US"/>
        </a:p>
      </dgm:t>
    </dgm:pt>
    <dgm:pt modelId="{E7426326-369D-4C19-8F6B-0C34BEF93392}" type="sibTrans" cxnId="{31638D30-CA55-4154-B0CF-814698E62F81}">
      <dgm:prSet/>
      <dgm:spPr/>
      <dgm:t>
        <a:bodyPr/>
        <a:lstStyle/>
        <a:p>
          <a:endParaRPr lang="en-US"/>
        </a:p>
      </dgm:t>
    </dgm:pt>
    <dgm:pt modelId="{BF54F901-3EC4-4347-919A-B219A17AB66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👤 Jwel Aktar</a:t>
          </a:r>
          <a:br>
            <a:rPr lang="en-IN"/>
          </a:br>
          <a:r>
            <a:rPr lang="en-IN"/>
            <a:t>GitHub: github.com/jwelaktar1004-pixel</a:t>
          </a:r>
          <a:br>
            <a:rPr lang="en-IN"/>
          </a:br>
          <a:r>
            <a:rPr lang="en-IN"/>
            <a:t>LinkedIn: linkedin.com/in/jwel-aktar-61436b18a</a:t>
          </a:r>
          <a:endParaRPr lang="en-US"/>
        </a:p>
      </dgm:t>
    </dgm:pt>
    <dgm:pt modelId="{6EEAB6CF-4B51-48EB-BEC7-39DD14E8E4AD}" type="parTrans" cxnId="{6BD5B168-9615-4E56-BA18-A90C58FF2C88}">
      <dgm:prSet/>
      <dgm:spPr/>
      <dgm:t>
        <a:bodyPr/>
        <a:lstStyle/>
        <a:p>
          <a:endParaRPr lang="en-US"/>
        </a:p>
      </dgm:t>
    </dgm:pt>
    <dgm:pt modelId="{AD88B26D-7574-45FC-8C81-C0362C2521DC}" type="sibTrans" cxnId="{6BD5B168-9615-4E56-BA18-A90C58FF2C88}">
      <dgm:prSet/>
      <dgm:spPr/>
      <dgm:t>
        <a:bodyPr/>
        <a:lstStyle/>
        <a:p>
          <a:endParaRPr lang="en-US"/>
        </a:p>
      </dgm:t>
    </dgm:pt>
    <dgm:pt modelId="{9BAC4513-2ECA-4004-AD1E-DDD3EC94C139}" type="pres">
      <dgm:prSet presAssocID="{50CA3406-6904-43B9-A6C7-8EF583B08DC8}" presName="root" presStyleCnt="0">
        <dgm:presLayoutVars>
          <dgm:dir/>
          <dgm:resizeHandles val="exact"/>
        </dgm:presLayoutVars>
      </dgm:prSet>
      <dgm:spPr/>
    </dgm:pt>
    <dgm:pt modelId="{F7ABEA94-77EC-4AC0-83C1-9EC05FAB9C26}" type="pres">
      <dgm:prSet presAssocID="{209439EB-62A8-4D46-92AF-F7E5B193BB0C}" presName="compNode" presStyleCnt="0"/>
      <dgm:spPr/>
    </dgm:pt>
    <dgm:pt modelId="{C4D4A102-9474-4FEB-B7B3-3D3F770CF39E}" type="pres">
      <dgm:prSet presAssocID="{209439EB-62A8-4D46-92AF-F7E5B193BB0C}" presName="bgRect" presStyleLbl="bgShp" presStyleIdx="0" presStyleCnt="2"/>
      <dgm:spPr/>
    </dgm:pt>
    <dgm:pt modelId="{30445D37-A1DA-408E-97B1-B6210549731C}" type="pres">
      <dgm:prSet presAssocID="{209439EB-62A8-4D46-92AF-F7E5B193BB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2DD95BAF-7989-4168-AD58-4ECD3F42CEF3}" type="pres">
      <dgm:prSet presAssocID="{209439EB-62A8-4D46-92AF-F7E5B193BB0C}" presName="spaceRect" presStyleCnt="0"/>
      <dgm:spPr/>
    </dgm:pt>
    <dgm:pt modelId="{A4800EF1-05EF-4F5B-93D4-F1DE28F589B8}" type="pres">
      <dgm:prSet presAssocID="{209439EB-62A8-4D46-92AF-F7E5B193BB0C}" presName="parTx" presStyleLbl="revTx" presStyleIdx="0" presStyleCnt="2">
        <dgm:presLayoutVars>
          <dgm:chMax val="0"/>
          <dgm:chPref val="0"/>
        </dgm:presLayoutVars>
      </dgm:prSet>
      <dgm:spPr/>
    </dgm:pt>
    <dgm:pt modelId="{54F133DC-63C7-48EA-B99B-B02D326C20AF}" type="pres">
      <dgm:prSet presAssocID="{E7426326-369D-4C19-8F6B-0C34BEF93392}" presName="sibTrans" presStyleCnt="0"/>
      <dgm:spPr/>
    </dgm:pt>
    <dgm:pt modelId="{CF4CBBB7-1C92-41C2-9BAB-7F735A5F25EB}" type="pres">
      <dgm:prSet presAssocID="{BF54F901-3EC4-4347-919A-B219A17AB66F}" presName="compNode" presStyleCnt="0"/>
      <dgm:spPr/>
    </dgm:pt>
    <dgm:pt modelId="{D3028533-BCE1-4357-83A8-1B9748C21B11}" type="pres">
      <dgm:prSet presAssocID="{BF54F901-3EC4-4347-919A-B219A17AB66F}" presName="bgRect" presStyleLbl="bgShp" presStyleIdx="1" presStyleCnt="2"/>
      <dgm:spPr/>
    </dgm:pt>
    <dgm:pt modelId="{376CDC1D-BC75-4B21-8420-E1D04FD394B3}" type="pres">
      <dgm:prSet presAssocID="{BF54F901-3EC4-4347-919A-B219A17AB66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78CC1DFF-4386-4EDE-B3AA-23C5F81D71FB}" type="pres">
      <dgm:prSet presAssocID="{BF54F901-3EC4-4347-919A-B219A17AB66F}" presName="spaceRect" presStyleCnt="0"/>
      <dgm:spPr/>
    </dgm:pt>
    <dgm:pt modelId="{7424C296-5CE0-43A6-B26F-026782C63F98}" type="pres">
      <dgm:prSet presAssocID="{BF54F901-3EC4-4347-919A-B219A17AB66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1638D30-CA55-4154-B0CF-814698E62F81}" srcId="{50CA3406-6904-43B9-A6C7-8EF583B08DC8}" destId="{209439EB-62A8-4D46-92AF-F7E5B193BB0C}" srcOrd="0" destOrd="0" parTransId="{969CDA8C-D7F5-45D2-98B1-7948B905A1EA}" sibTransId="{E7426326-369D-4C19-8F6B-0C34BEF93392}"/>
    <dgm:cxn modelId="{30677E3F-E359-494E-A3DA-0BEC090555A2}" type="presOf" srcId="{209439EB-62A8-4D46-92AF-F7E5B193BB0C}" destId="{A4800EF1-05EF-4F5B-93D4-F1DE28F589B8}" srcOrd="0" destOrd="0" presId="urn:microsoft.com/office/officeart/2018/2/layout/IconVerticalSolidList"/>
    <dgm:cxn modelId="{6BD5B168-9615-4E56-BA18-A90C58FF2C88}" srcId="{50CA3406-6904-43B9-A6C7-8EF583B08DC8}" destId="{BF54F901-3EC4-4347-919A-B219A17AB66F}" srcOrd="1" destOrd="0" parTransId="{6EEAB6CF-4B51-48EB-BEC7-39DD14E8E4AD}" sibTransId="{AD88B26D-7574-45FC-8C81-C0362C2521DC}"/>
    <dgm:cxn modelId="{E5C16AB1-115B-4424-8841-C38320D3443E}" type="presOf" srcId="{BF54F901-3EC4-4347-919A-B219A17AB66F}" destId="{7424C296-5CE0-43A6-B26F-026782C63F98}" srcOrd="0" destOrd="0" presId="urn:microsoft.com/office/officeart/2018/2/layout/IconVerticalSolidList"/>
    <dgm:cxn modelId="{215CFEC0-E32A-4D20-A51A-A8CB94A8F95F}" type="presOf" srcId="{50CA3406-6904-43B9-A6C7-8EF583B08DC8}" destId="{9BAC4513-2ECA-4004-AD1E-DDD3EC94C139}" srcOrd="0" destOrd="0" presId="urn:microsoft.com/office/officeart/2018/2/layout/IconVerticalSolidList"/>
    <dgm:cxn modelId="{B023168B-BD89-425E-9EC5-21E8416CD260}" type="presParOf" srcId="{9BAC4513-2ECA-4004-AD1E-DDD3EC94C139}" destId="{F7ABEA94-77EC-4AC0-83C1-9EC05FAB9C26}" srcOrd="0" destOrd="0" presId="urn:microsoft.com/office/officeart/2018/2/layout/IconVerticalSolidList"/>
    <dgm:cxn modelId="{77490184-2E38-45D7-8056-5A980D9B1B3D}" type="presParOf" srcId="{F7ABEA94-77EC-4AC0-83C1-9EC05FAB9C26}" destId="{C4D4A102-9474-4FEB-B7B3-3D3F770CF39E}" srcOrd="0" destOrd="0" presId="urn:microsoft.com/office/officeart/2018/2/layout/IconVerticalSolidList"/>
    <dgm:cxn modelId="{1C30B87B-B1F4-4C97-A2E8-FFFA20FDAC9F}" type="presParOf" srcId="{F7ABEA94-77EC-4AC0-83C1-9EC05FAB9C26}" destId="{30445D37-A1DA-408E-97B1-B6210549731C}" srcOrd="1" destOrd="0" presId="urn:microsoft.com/office/officeart/2018/2/layout/IconVerticalSolidList"/>
    <dgm:cxn modelId="{FF6EF6B4-7F41-4DE8-A712-3E65A776F413}" type="presParOf" srcId="{F7ABEA94-77EC-4AC0-83C1-9EC05FAB9C26}" destId="{2DD95BAF-7989-4168-AD58-4ECD3F42CEF3}" srcOrd="2" destOrd="0" presId="urn:microsoft.com/office/officeart/2018/2/layout/IconVerticalSolidList"/>
    <dgm:cxn modelId="{40FEA76B-7F5A-400F-8749-86E74DC3DEB8}" type="presParOf" srcId="{F7ABEA94-77EC-4AC0-83C1-9EC05FAB9C26}" destId="{A4800EF1-05EF-4F5B-93D4-F1DE28F589B8}" srcOrd="3" destOrd="0" presId="urn:microsoft.com/office/officeart/2018/2/layout/IconVerticalSolidList"/>
    <dgm:cxn modelId="{4C2DDDF2-4EA9-46DE-A1D3-CFCCC5F121F1}" type="presParOf" srcId="{9BAC4513-2ECA-4004-AD1E-DDD3EC94C139}" destId="{54F133DC-63C7-48EA-B99B-B02D326C20AF}" srcOrd="1" destOrd="0" presId="urn:microsoft.com/office/officeart/2018/2/layout/IconVerticalSolidList"/>
    <dgm:cxn modelId="{8A73EC98-D1FA-4799-BD95-992720DA66DB}" type="presParOf" srcId="{9BAC4513-2ECA-4004-AD1E-DDD3EC94C139}" destId="{CF4CBBB7-1C92-41C2-9BAB-7F735A5F25EB}" srcOrd="2" destOrd="0" presId="urn:microsoft.com/office/officeart/2018/2/layout/IconVerticalSolidList"/>
    <dgm:cxn modelId="{7E7444F6-B3A3-44C5-8782-A7C9417B1011}" type="presParOf" srcId="{CF4CBBB7-1C92-41C2-9BAB-7F735A5F25EB}" destId="{D3028533-BCE1-4357-83A8-1B9748C21B11}" srcOrd="0" destOrd="0" presId="urn:microsoft.com/office/officeart/2018/2/layout/IconVerticalSolidList"/>
    <dgm:cxn modelId="{BB147757-4CA2-43F4-B2E8-416A8CA22965}" type="presParOf" srcId="{CF4CBBB7-1C92-41C2-9BAB-7F735A5F25EB}" destId="{376CDC1D-BC75-4B21-8420-E1D04FD394B3}" srcOrd="1" destOrd="0" presId="urn:microsoft.com/office/officeart/2018/2/layout/IconVerticalSolidList"/>
    <dgm:cxn modelId="{77663122-8F18-4567-AD8D-CE7D938F5C8B}" type="presParOf" srcId="{CF4CBBB7-1C92-41C2-9BAB-7F735A5F25EB}" destId="{78CC1DFF-4386-4EDE-B3AA-23C5F81D71FB}" srcOrd="2" destOrd="0" presId="urn:microsoft.com/office/officeart/2018/2/layout/IconVerticalSolidList"/>
    <dgm:cxn modelId="{A3931D8B-0FF4-4943-963E-78D7651C96A9}" type="presParOf" srcId="{CF4CBBB7-1C92-41C2-9BAB-7F735A5F25EB}" destId="{7424C296-5CE0-43A6-B26F-026782C63F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74ED4-E074-4822-B619-35076B7E93F3}">
      <dsp:nvSpPr>
        <dsp:cNvPr id="0" name=""/>
        <dsp:cNvSpPr/>
      </dsp:nvSpPr>
      <dsp:spPr>
        <a:xfrm>
          <a:off x="1783996" y="1225545"/>
          <a:ext cx="379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4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3277" y="1269217"/>
        <a:ext cx="20482" cy="4096"/>
      </dsp:txXfrm>
    </dsp:sp>
    <dsp:sp modelId="{CAD5E316-A65B-474A-9DBB-5842ECA03A9A}">
      <dsp:nvSpPr>
        <dsp:cNvPr id="0" name=""/>
        <dsp:cNvSpPr/>
      </dsp:nvSpPr>
      <dsp:spPr>
        <a:xfrm>
          <a:off x="4731" y="736946"/>
          <a:ext cx="1781065" cy="1068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Step 1: Wide → Long Transformation</a:t>
          </a:r>
          <a:endParaRPr lang="en-US" sz="1600" kern="1200"/>
        </a:p>
      </dsp:txBody>
      <dsp:txXfrm>
        <a:off x="4731" y="736946"/>
        <a:ext cx="1781065" cy="1068639"/>
      </dsp:txXfrm>
    </dsp:sp>
    <dsp:sp modelId="{5F5F22A6-19BB-4782-A581-26D5F4E6CDC1}">
      <dsp:nvSpPr>
        <dsp:cNvPr id="0" name=""/>
        <dsp:cNvSpPr/>
      </dsp:nvSpPr>
      <dsp:spPr>
        <a:xfrm>
          <a:off x="3974706" y="1225545"/>
          <a:ext cx="379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44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53987" y="1269217"/>
        <a:ext cx="20482" cy="4096"/>
      </dsp:txXfrm>
    </dsp:sp>
    <dsp:sp modelId="{55A77A00-7EAC-45C5-82C8-BAB92D839EF6}">
      <dsp:nvSpPr>
        <dsp:cNvPr id="0" name=""/>
        <dsp:cNvSpPr/>
      </dsp:nvSpPr>
      <dsp:spPr>
        <a:xfrm>
          <a:off x="2195441" y="736946"/>
          <a:ext cx="1781065" cy="10686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Converted yearly columns into row-wise time format</a:t>
          </a:r>
        </a:p>
      </dsp:txBody>
      <dsp:txXfrm>
        <a:off x="2195441" y="736946"/>
        <a:ext cx="1781065" cy="1068639"/>
      </dsp:txXfrm>
    </dsp:sp>
    <dsp:sp modelId="{5555173E-5752-4375-A971-FDBE93288964}">
      <dsp:nvSpPr>
        <dsp:cNvPr id="0" name=""/>
        <dsp:cNvSpPr/>
      </dsp:nvSpPr>
      <dsp:spPr>
        <a:xfrm>
          <a:off x="895263" y="1803785"/>
          <a:ext cx="4381420" cy="379044"/>
        </a:xfrm>
        <a:custGeom>
          <a:avLst/>
          <a:gdLst/>
          <a:ahLst/>
          <a:cxnLst/>
          <a:rect l="0" t="0" r="0" b="0"/>
          <a:pathLst>
            <a:path>
              <a:moveTo>
                <a:pt x="4381420" y="0"/>
              </a:moveTo>
              <a:lnTo>
                <a:pt x="4381420" y="206622"/>
              </a:lnTo>
              <a:lnTo>
                <a:pt x="0" y="206622"/>
              </a:lnTo>
              <a:lnTo>
                <a:pt x="0" y="379044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75960" y="1991259"/>
        <a:ext cx="220026" cy="4096"/>
      </dsp:txXfrm>
    </dsp:sp>
    <dsp:sp modelId="{A965BE68-4CC4-4C8F-93AB-6999122B8143}">
      <dsp:nvSpPr>
        <dsp:cNvPr id="0" name=""/>
        <dsp:cNvSpPr/>
      </dsp:nvSpPr>
      <dsp:spPr>
        <a:xfrm>
          <a:off x="4386151" y="736946"/>
          <a:ext cx="1781065" cy="10686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Improved modeling structure</a:t>
          </a:r>
        </a:p>
      </dsp:txBody>
      <dsp:txXfrm>
        <a:off x="4386151" y="736946"/>
        <a:ext cx="1781065" cy="1068639"/>
      </dsp:txXfrm>
    </dsp:sp>
    <dsp:sp modelId="{C12A9CAD-B6C3-4409-AAAA-84CCC477BA3C}">
      <dsp:nvSpPr>
        <dsp:cNvPr id="0" name=""/>
        <dsp:cNvSpPr/>
      </dsp:nvSpPr>
      <dsp:spPr>
        <a:xfrm>
          <a:off x="1783996" y="2703829"/>
          <a:ext cx="379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44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3277" y="2747501"/>
        <a:ext cx="20482" cy="4096"/>
      </dsp:txXfrm>
    </dsp:sp>
    <dsp:sp modelId="{29AE28F2-2BCB-4A09-B7EA-CE6A6F6061D5}">
      <dsp:nvSpPr>
        <dsp:cNvPr id="0" name=""/>
        <dsp:cNvSpPr/>
      </dsp:nvSpPr>
      <dsp:spPr>
        <a:xfrm>
          <a:off x="4731" y="2215230"/>
          <a:ext cx="1781065" cy="10686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🔹 Step 2: Extract Year as Numeric</a:t>
          </a:r>
          <a:endParaRPr lang="en-US" sz="1600" kern="1200"/>
        </a:p>
      </dsp:txBody>
      <dsp:txXfrm>
        <a:off x="4731" y="2215230"/>
        <a:ext cx="1781065" cy="1068639"/>
      </dsp:txXfrm>
    </dsp:sp>
    <dsp:sp modelId="{9E646255-B818-419E-AE86-FCDE6E45AB85}">
      <dsp:nvSpPr>
        <dsp:cNvPr id="0" name=""/>
        <dsp:cNvSpPr/>
      </dsp:nvSpPr>
      <dsp:spPr>
        <a:xfrm>
          <a:off x="3974706" y="2703829"/>
          <a:ext cx="379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44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53987" y="2747501"/>
        <a:ext cx="20482" cy="4096"/>
      </dsp:txXfrm>
    </dsp:sp>
    <dsp:sp modelId="{BBA4E15E-52BA-4669-B63C-94E95ECC20D9}">
      <dsp:nvSpPr>
        <dsp:cNvPr id="0" name=""/>
        <dsp:cNvSpPr/>
      </dsp:nvSpPr>
      <dsp:spPr>
        <a:xfrm>
          <a:off x="2195441" y="2215230"/>
          <a:ext cx="1781065" cy="10686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Converted text year into integer</a:t>
          </a:r>
        </a:p>
      </dsp:txBody>
      <dsp:txXfrm>
        <a:off x="2195441" y="2215230"/>
        <a:ext cx="1781065" cy="1068639"/>
      </dsp:txXfrm>
    </dsp:sp>
    <dsp:sp modelId="{8A12E501-7951-48D0-9BFA-AAB7B2FEEF1E}">
      <dsp:nvSpPr>
        <dsp:cNvPr id="0" name=""/>
        <dsp:cNvSpPr/>
      </dsp:nvSpPr>
      <dsp:spPr>
        <a:xfrm>
          <a:off x="895263" y="3282069"/>
          <a:ext cx="4381420" cy="379044"/>
        </a:xfrm>
        <a:custGeom>
          <a:avLst/>
          <a:gdLst/>
          <a:ahLst/>
          <a:cxnLst/>
          <a:rect l="0" t="0" r="0" b="0"/>
          <a:pathLst>
            <a:path>
              <a:moveTo>
                <a:pt x="4381420" y="0"/>
              </a:moveTo>
              <a:lnTo>
                <a:pt x="4381420" y="206622"/>
              </a:lnTo>
              <a:lnTo>
                <a:pt x="0" y="206622"/>
              </a:lnTo>
              <a:lnTo>
                <a:pt x="0" y="37904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75960" y="3469543"/>
        <a:ext cx="220026" cy="4096"/>
      </dsp:txXfrm>
    </dsp:sp>
    <dsp:sp modelId="{9BAA7315-A19F-4B13-82BE-6D940A3B2634}">
      <dsp:nvSpPr>
        <dsp:cNvPr id="0" name=""/>
        <dsp:cNvSpPr/>
      </dsp:nvSpPr>
      <dsp:spPr>
        <a:xfrm>
          <a:off x="4386151" y="2215230"/>
          <a:ext cx="1781065" cy="1068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🔹 Step 3: Log Transformation</a:t>
          </a:r>
          <a:endParaRPr lang="en-US" sz="1600" kern="1200"/>
        </a:p>
      </dsp:txBody>
      <dsp:txXfrm>
        <a:off x="4386151" y="2215230"/>
        <a:ext cx="1781065" cy="1068639"/>
      </dsp:txXfrm>
    </dsp:sp>
    <dsp:sp modelId="{CEBF7977-5010-4562-B162-FD45EC2A3337}">
      <dsp:nvSpPr>
        <dsp:cNvPr id="0" name=""/>
        <dsp:cNvSpPr/>
      </dsp:nvSpPr>
      <dsp:spPr>
        <a:xfrm>
          <a:off x="1783996" y="4182114"/>
          <a:ext cx="379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44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3277" y="4225785"/>
        <a:ext cx="20482" cy="4096"/>
      </dsp:txXfrm>
    </dsp:sp>
    <dsp:sp modelId="{525094E2-3F1E-42D5-8402-C0572982FFBB}">
      <dsp:nvSpPr>
        <dsp:cNvPr id="0" name=""/>
        <dsp:cNvSpPr/>
      </dsp:nvSpPr>
      <dsp:spPr>
        <a:xfrm>
          <a:off x="4731" y="3693514"/>
          <a:ext cx="1781065" cy="10686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Applied log1p to handle exponential growth</a:t>
          </a:r>
        </a:p>
      </dsp:txBody>
      <dsp:txXfrm>
        <a:off x="4731" y="3693514"/>
        <a:ext cx="1781065" cy="1068639"/>
      </dsp:txXfrm>
    </dsp:sp>
    <dsp:sp modelId="{884195F9-5228-46C0-92D5-9D50987B570D}">
      <dsp:nvSpPr>
        <dsp:cNvPr id="0" name=""/>
        <dsp:cNvSpPr/>
      </dsp:nvSpPr>
      <dsp:spPr>
        <a:xfrm>
          <a:off x="2195441" y="3693514"/>
          <a:ext cx="1781065" cy="10686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74" tIns="91609" rIns="87274" bIns="91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Reduced skewness</a:t>
          </a:r>
        </a:p>
      </dsp:txBody>
      <dsp:txXfrm>
        <a:off x="2195441" y="3693514"/>
        <a:ext cx="1781065" cy="10686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EBFD3-7308-4852-8C7B-EA17485C252C}">
      <dsp:nvSpPr>
        <dsp:cNvPr id="0" name=""/>
        <dsp:cNvSpPr/>
      </dsp:nvSpPr>
      <dsp:spPr>
        <a:xfrm>
          <a:off x="950052" y="3364"/>
          <a:ext cx="2034211" cy="12205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🧠 Engineered Features</a:t>
          </a:r>
          <a:endParaRPr lang="en-US" sz="1700" kern="1200"/>
        </a:p>
      </dsp:txBody>
      <dsp:txXfrm>
        <a:off x="950052" y="3364"/>
        <a:ext cx="2034211" cy="1220526"/>
      </dsp:txXfrm>
    </dsp:sp>
    <dsp:sp modelId="{4FB8A410-239F-42EA-BB55-98F0888AE36F}">
      <dsp:nvSpPr>
        <dsp:cNvPr id="0" name=""/>
        <dsp:cNvSpPr/>
      </dsp:nvSpPr>
      <dsp:spPr>
        <a:xfrm>
          <a:off x="3187684" y="3364"/>
          <a:ext cx="2034211" cy="1220526"/>
        </a:xfrm>
        <a:prstGeom prst="rect">
          <a:avLst/>
        </a:prstGeom>
        <a:solidFill>
          <a:schemeClr val="accent2">
            <a:hueOff val="-67869"/>
            <a:satOff val="-582"/>
            <a:lumOff val="-38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Year_Index</a:t>
          </a:r>
          <a:r>
            <a:rPr lang="en-US" sz="1700" kern="1200"/>
            <a:t> → Relative time feature</a:t>
          </a:r>
        </a:p>
      </dsp:txBody>
      <dsp:txXfrm>
        <a:off x="3187684" y="3364"/>
        <a:ext cx="2034211" cy="1220526"/>
      </dsp:txXfrm>
    </dsp:sp>
    <dsp:sp modelId="{79CAD66C-4A20-441C-9A36-2FD86E81900A}">
      <dsp:nvSpPr>
        <dsp:cNvPr id="0" name=""/>
        <dsp:cNvSpPr/>
      </dsp:nvSpPr>
      <dsp:spPr>
        <a:xfrm>
          <a:off x="950052" y="1427312"/>
          <a:ext cx="2034211" cy="1220526"/>
        </a:xfrm>
        <a:prstGeom prst="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Lag_Population</a:t>
          </a:r>
          <a:r>
            <a:rPr lang="en-US" sz="1700" kern="1200"/>
            <a:t> → Previous year dependency</a:t>
          </a:r>
        </a:p>
      </dsp:txBody>
      <dsp:txXfrm>
        <a:off x="950052" y="1427312"/>
        <a:ext cx="2034211" cy="1220526"/>
      </dsp:txXfrm>
    </dsp:sp>
    <dsp:sp modelId="{9655877B-CCEB-4BC7-B923-1DCD522A3008}">
      <dsp:nvSpPr>
        <dsp:cNvPr id="0" name=""/>
        <dsp:cNvSpPr/>
      </dsp:nvSpPr>
      <dsp:spPr>
        <a:xfrm>
          <a:off x="3187684" y="1427312"/>
          <a:ext cx="2034211" cy="1220526"/>
        </a:xfrm>
        <a:prstGeom prst="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Continent_Encoded</a:t>
          </a:r>
          <a:r>
            <a:rPr lang="en-US" sz="1700" kern="1200"/>
            <a:t> → Categorical encoding</a:t>
          </a:r>
        </a:p>
      </dsp:txBody>
      <dsp:txXfrm>
        <a:off x="3187684" y="1427312"/>
        <a:ext cx="2034211" cy="1220526"/>
      </dsp:txXfrm>
    </dsp:sp>
    <dsp:sp modelId="{6C887AD1-7385-41CF-9440-938026A19645}">
      <dsp:nvSpPr>
        <dsp:cNvPr id="0" name=""/>
        <dsp:cNvSpPr/>
      </dsp:nvSpPr>
      <dsp:spPr>
        <a:xfrm>
          <a:off x="950052" y="2851260"/>
          <a:ext cx="2034211" cy="1220526"/>
        </a:xfrm>
        <a:prstGeom prst="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Area (km²)</a:t>
          </a:r>
          <a:r>
            <a:rPr lang="en-US" sz="1700" kern="1200"/>
            <a:t> → Country size factor</a:t>
          </a:r>
        </a:p>
      </dsp:txBody>
      <dsp:txXfrm>
        <a:off x="950052" y="2851260"/>
        <a:ext cx="2034211" cy="1220526"/>
      </dsp:txXfrm>
    </dsp:sp>
    <dsp:sp modelId="{57B8E94A-C290-4912-AB52-EF4B2A4A16B2}">
      <dsp:nvSpPr>
        <dsp:cNvPr id="0" name=""/>
        <dsp:cNvSpPr/>
      </dsp:nvSpPr>
      <dsp:spPr>
        <a:xfrm>
          <a:off x="3187684" y="2851260"/>
          <a:ext cx="2034211" cy="1220526"/>
        </a:xfrm>
        <a:prstGeom prst="rect">
          <a:avLst/>
        </a:prstGeom>
        <a:solidFill>
          <a:schemeClr val="accent2">
            <a:hueOff val="-339344"/>
            <a:satOff val="-2908"/>
            <a:lumOff val="-192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Why Lag Feature?</a:t>
          </a:r>
          <a:endParaRPr lang="en-US" sz="1700" kern="1200"/>
        </a:p>
      </dsp:txBody>
      <dsp:txXfrm>
        <a:off x="3187684" y="2851260"/>
        <a:ext cx="2034211" cy="1220526"/>
      </dsp:txXfrm>
    </dsp:sp>
    <dsp:sp modelId="{EF342B15-95B9-4D26-926E-AD7A271DC9D4}">
      <dsp:nvSpPr>
        <dsp:cNvPr id="0" name=""/>
        <dsp:cNvSpPr/>
      </dsp:nvSpPr>
      <dsp:spPr>
        <a:xfrm>
          <a:off x="2068868" y="4275208"/>
          <a:ext cx="2034211" cy="1220526"/>
        </a:xfrm>
        <a:prstGeom prst="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Population growth depends heavily on previous population.</a:t>
          </a:r>
        </a:p>
      </dsp:txBody>
      <dsp:txXfrm>
        <a:off x="2068868" y="4275208"/>
        <a:ext cx="2034211" cy="12205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C96D8-D2FC-4B0D-A167-46E5F8B145BB}">
      <dsp:nvSpPr>
        <dsp:cNvPr id="0" name=""/>
        <dsp:cNvSpPr/>
      </dsp:nvSpPr>
      <dsp:spPr>
        <a:xfrm>
          <a:off x="0" y="688559"/>
          <a:ext cx="56769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22BDE-E9A7-49F5-AF86-EBD164B05B2C}">
      <dsp:nvSpPr>
        <dsp:cNvPr id="0" name=""/>
        <dsp:cNvSpPr/>
      </dsp:nvSpPr>
      <dsp:spPr>
        <a:xfrm>
          <a:off x="283845" y="437639"/>
          <a:ext cx="397383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🚀 Model Used: XGBoost Regressor</a:t>
          </a:r>
          <a:endParaRPr lang="en-US" sz="1700" kern="1200"/>
        </a:p>
      </dsp:txBody>
      <dsp:txXfrm>
        <a:off x="308343" y="462137"/>
        <a:ext cx="3924834" cy="452844"/>
      </dsp:txXfrm>
    </dsp:sp>
    <dsp:sp modelId="{BBAEFF14-87D2-449E-9E57-8C1C032F2B12}">
      <dsp:nvSpPr>
        <dsp:cNvPr id="0" name=""/>
        <dsp:cNvSpPr/>
      </dsp:nvSpPr>
      <dsp:spPr>
        <a:xfrm>
          <a:off x="0" y="1459679"/>
          <a:ext cx="56769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414FB1-DFD2-400B-A52A-E98DCB99D801}">
      <dsp:nvSpPr>
        <dsp:cNvPr id="0" name=""/>
        <dsp:cNvSpPr/>
      </dsp:nvSpPr>
      <dsp:spPr>
        <a:xfrm>
          <a:off x="283845" y="1208759"/>
          <a:ext cx="397383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Why XGBoost?</a:t>
          </a:r>
        </a:p>
      </dsp:txBody>
      <dsp:txXfrm>
        <a:off x="308343" y="1233257"/>
        <a:ext cx="3924834" cy="452844"/>
      </dsp:txXfrm>
    </dsp:sp>
    <dsp:sp modelId="{F91F0B54-9E45-4A34-B320-4F827A840767}">
      <dsp:nvSpPr>
        <dsp:cNvPr id="0" name=""/>
        <dsp:cNvSpPr/>
      </dsp:nvSpPr>
      <dsp:spPr>
        <a:xfrm>
          <a:off x="0" y="2230799"/>
          <a:ext cx="56769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74F49-A25F-40EA-98F3-31F9D62B193E}">
      <dsp:nvSpPr>
        <dsp:cNvPr id="0" name=""/>
        <dsp:cNvSpPr/>
      </dsp:nvSpPr>
      <dsp:spPr>
        <a:xfrm>
          <a:off x="283845" y="1979879"/>
          <a:ext cx="397383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Handles non-linear patterns</a:t>
          </a:r>
        </a:p>
      </dsp:txBody>
      <dsp:txXfrm>
        <a:off x="308343" y="2004377"/>
        <a:ext cx="3924834" cy="452844"/>
      </dsp:txXfrm>
    </dsp:sp>
    <dsp:sp modelId="{C3B6A017-5509-4FC8-BEDC-E657971880E3}">
      <dsp:nvSpPr>
        <dsp:cNvPr id="0" name=""/>
        <dsp:cNvSpPr/>
      </dsp:nvSpPr>
      <dsp:spPr>
        <a:xfrm>
          <a:off x="0" y="3001919"/>
          <a:ext cx="56769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DACA0-AFBB-4F57-BDC1-A6B047F033D0}">
      <dsp:nvSpPr>
        <dsp:cNvPr id="0" name=""/>
        <dsp:cNvSpPr/>
      </dsp:nvSpPr>
      <dsp:spPr>
        <a:xfrm>
          <a:off x="283845" y="2750999"/>
          <a:ext cx="397383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Strong performance on tabular data</a:t>
          </a:r>
        </a:p>
      </dsp:txBody>
      <dsp:txXfrm>
        <a:off x="308343" y="2775497"/>
        <a:ext cx="3924834" cy="452844"/>
      </dsp:txXfrm>
    </dsp:sp>
    <dsp:sp modelId="{7FB2C39D-6BA0-4336-B2F0-DB7F1D1EB7AD}">
      <dsp:nvSpPr>
        <dsp:cNvPr id="0" name=""/>
        <dsp:cNvSpPr/>
      </dsp:nvSpPr>
      <dsp:spPr>
        <a:xfrm>
          <a:off x="0" y="3773040"/>
          <a:ext cx="56769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C6853-9F29-4109-B898-C6B48BBA3F2C}">
      <dsp:nvSpPr>
        <dsp:cNvPr id="0" name=""/>
        <dsp:cNvSpPr/>
      </dsp:nvSpPr>
      <dsp:spPr>
        <a:xfrm>
          <a:off x="283845" y="3522120"/>
          <a:ext cx="397383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Robust to outliers</a:t>
          </a:r>
        </a:p>
      </dsp:txBody>
      <dsp:txXfrm>
        <a:off x="308343" y="3546618"/>
        <a:ext cx="3924834" cy="452844"/>
      </dsp:txXfrm>
    </dsp:sp>
    <dsp:sp modelId="{6EE619DF-99E8-477C-9EC0-C34CD700FD94}">
      <dsp:nvSpPr>
        <dsp:cNvPr id="0" name=""/>
        <dsp:cNvSpPr/>
      </dsp:nvSpPr>
      <dsp:spPr>
        <a:xfrm>
          <a:off x="0" y="4544160"/>
          <a:ext cx="56769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0488C-9806-423D-B330-0BF37BE79A26}">
      <dsp:nvSpPr>
        <dsp:cNvPr id="0" name=""/>
        <dsp:cNvSpPr/>
      </dsp:nvSpPr>
      <dsp:spPr>
        <a:xfrm>
          <a:off x="283845" y="4293240"/>
          <a:ext cx="397383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Gradient boosting efficiency</a:t>
          </a:r>
        </a:p>
      </dsp:txBody>
      <dsp:txXfrm>
        <a:off x="308343" y="4317738"/>
        <a:ext cx="3924834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97C44-B586-4830-8CDB-CF6187C717AB}">
      <dsp:nvSpPr>
        <dsp:cNvPr id="0" name=""/>
        <dsp:cNvSpPr/>
      </dsp:nvSpPr>
      <dsp:spPr>
        <a:xfrm>
          <a:off x="950052" y="3364"/>
          <a:ext cx="2034211" cy="12205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Hyperparameters:</a:t>
          </a:r>
          <a:endParaRPr lang="en-US" sz="1800" kern="1200"/>
        </a:p>
      </dsp:txBody>
      <dsp:txXfrm>
        <a:off x="950052" y="3364"/>
        <a:ext cx="2034211" cy="1220526"/>
      </dsp:txXfrm>
    </dsp:sp>
    <dsp:sp modelId="{752772A6-D0BA-4DD9-9B00-9F0E512966A1}">
      <dsp:nvSpPr>
        <dsp:cNvPr id="0" name=""/>
        <dsp:cNvSpPr/>
      </dsp:nvSpPr>
      <dsp:spPr>
        <a:xfrm>
          <a:off x="3187684" y="3364"/>
          <a:ext cx="2034211" cy="12205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n_estimators = 500</a:t>
          </a:r>
        </a:p>
      </dsp:txBody>
      <dsp:txXfrm>
        <a:off x="3187684" y="3364"/>
        <a:ext cx="2034211" cy="1220526"/>
      </dsp:txXfrm>
    </dsp:sp>
    <dsp:sp modelId="{F2AB519F-702D-4792-9D8C-632415C90013}">
      <dsp:nvSpPr>
        <dsp:cNvPr id="0" name=""/>
        <dsp:cNvSpPr/>
      </dsp:nvSpPr>
      <dsp:spPr>
        <a:xfrm>
          <a:off x="950052" y="1427312"/>
          <a:ext cx="2034211" cy="122052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learning_rate = 0.05</a:t>
          </a:r>
        </a:p>
      </dsp:txBody>
      <dsp:txXfrm>
        <a:off x="950052" y="1427312"/>
        <a:ext cx="2034211" cy="1220526"/>
      </dsp:txXfrm>
    </dsp:sp>
    <dsp:sp modelId="{7563659B-DD23-4202-B873-137A374ADD97}">
      <dsp:nvSpPr>
        <dsp:cNvPr id="0" name=""/>
        <dsp:cNvSpPr/>
      </dsp:nvSpPr>
      <dsp:spPr>
        <a:xfrm>
          <a:off x="3187684" y="1427312"/>
          <a:ext cx="2034211" cy="122052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max_depth = 5</a:t>
          </a:r>
        </a:p>
      </dsp:txBody>
      <dsp:txXfrm>
        <a:off x="3187684" y="1427312"/>
        <a:ext cx="2034211" cy="1220526"/>
      </dsp:txXfrm>
    </dsp:sp>
    <dsp:sp modelId="{75C8B7E4-C642-433E-94C2-D336962A9198}">
      <dsp:nvSpPr>
        <dsp:cNvPr id="0" name=""/>
        <dsp:cNvSpPr/>
      </dsp:nvSpPr>
      <dsp:spPr>
        <a:xfrm>
          <a:off x="950052" y="2851260"/>
          <a:ext cx="2034211" cy="122052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Training Process:</a:t>
          </a:r>
          <a:endParaRPr lang="en-US" sz="1800" kern="1200"/>
        </a:p>
      </dsp:txBody>
      <dsp:txXfrm>
        <a:off x="950052" y="2851260"/>
        <a:ext cx="2034211" cy="1220526"/>
      </dsp:txXfrm>
    </dsp:sp>
    <dsp:sp modelId="{BDF1F89B-EAB8-4941-96BF-BEDFA720403B}">
      <dsp:nvSpPr>
        <dsp:cNvPr id="0" name=""/>
        <dsp:cNvSpPr/>
      </dsp:nvSpPr>
      <dsp:spPr>
        <a:xfrm>
          <a:off x="3187684" y="2851260"/>
          <a:ext cx="2034211" cy="12205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Fit model on log-transformed population</a:t>
          </a:r>
        </a:p>
      </dsp:txBody>
      <dsp:txXfrm>
        <a:off x="3187684" y="2851260"/>
        <a:ext cx="2034211" cy="1220526"/>
      </dsp:txXfrm>
    </dsp:sp>
    <dsp:sp modelId="{240DB76C-2571-42AE-91B7-9E92BD5DF161}">
      <dsp:nvSpPr>
        <dsp:cNvPr id="0" name=""/>
        <dsp:cNvSpPr/>
      </dsp:nvSpPr>
      <dsp:spPr>
        <a:xfrm>
          <a:off x="2068868" y="4275208"/>
          <a:ext cx="2034211" cy="12205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Used engineered features</a:t>
          </a:r>
        </a:p>
      </dsp:txBody>
      <dsp:txXfrm>
        <a:off x="2068868" y="4275208"/>
        <a:ext cx="2034211" cy="12205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A9DDA-225C-472D-9DAA-3F8936169B0B}">
      <dsp:nvSpPr>
        <dsp:cNvPr id="0" name=""/>
        <dsp:cNvSpPr/>
      </dsp:nvSpPr>
      <dsp:spPr>
        <a:xfrm>
          <a:off x="0" y="928984"/>
          <a:ext cx="6171948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Metrics Used:</a:t>
          </a:r>
          <a:endParaRPr lang="en-US" sz="2300" kern="1200"/>
        </a:p>
      </dsp:txBody>
      <dsp:txXfrm>
        <a:off x="26930" y="955914"/>
        <a:ext cx="6118088" cy="497795"/>
      </dsp:txXfrm>
    </dsp:sp>
    <dsp:sp modelId="{2DA1FF65-F5C1-4A8D-B24F-BDBF67A01E53}">
      <dsp:nvSpPr>
        <dsp:cNvPr id="0" name=""/>
        <dsp:cNvSpPr/>
      </dsp:nvSpPr>
      <dsp:spPr>
        <a:xfrm>
          <a:off x="0" y="1546879"/>
          <a:ext cx="6171948" cy="551655"/>
        </a:xfrm>
        <a:prstGeom prst="roundRect">
          <a:avLst/>
        </a:prstGeom>
        <a:solidFill>
          <a:schemeClr val="accent2">
            <a:hueOff val="-81443"/>
            <a:satOff val="-698"/>
            <a:lumOff val="-4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MAE (Mean Absolute Error)</a:t>
          </a:r>
        </a:p>
      </dsp:txBody>
      <dsp:txXfrm>
        <a:off x="26930" y="1573809"/>
        <a:ext cx="6118088" cy="497795"/>
      </dsp:txXfrm>
    </dsp:sp>
    <dsp:sp modelId="{203DAD22-6829-42DB-9B36-FD319911F699}">
      <dsp:nvSpPr>
        <dsp:cNvPr id="0" name=""/>
        <dsp:cNvSpPr/>
      </dsp:nvSpPr>
      <dsp:spPr>
        <a:xfrm>
          <a:off x="0" y="2164774"/>
          <a:ext cx="6171948" cy="551655"/>
        </a:xfrm>
        <a:prstGeom prst="roundRect">
          <a:avLst/>
        </a:prstGeom>
        <a:solidFill>
          <a:schemeClr val="accent2">
            <a:hueOff val="-162885"/>
            <a:satOff val="-1396"/>
            <a:lumOff val="-9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R² Score</a:t>
          </a:r>
        </a:p>
      </dsp:txBody>
      <dsp:txXfrm>
        <a:off x="26930" y="2191704"/>
        <a:ext cx="6118088" cy="497795"/>
      </dsp:txXfrm>
    </dsp:sp>
    <dsp:sp modelId="{EDACB562-EB62-4DE8-9BBE-098D0175E5AE}">
      <dsp:nvSpPr>
        <dsp:cNvPr id="0" name=""/>
        <dsp:cNvSpPr/>
      </dsp:nvSpPr>
      <dsp:spPr>
        <a:xfrm>
          <a:off x="0" y="2782670"/>
          <a:ext cx="6171948" cy="551655"/>
        </a:xfrm>
        <a:prstGeom prst="roundRect">
          <a:avLst/>
        </a:prstGeom>
        <a:solidFill>
          <a:schemeClr val="accent2">
            <a:hueOff val="-244328"/>
            <a:satOff val="-2094"/>
            <a:lumOff val="-13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Approach:</a:t>
          </a:r>
          <a:endParaRPr lang="en-US" sz="2300" kern="1200"/>
        </a:p>
      </dsp:txBody>
      <dsp:txXfrm>
        <a:off x="26930" y="2809600"/>
        <a:ext cx="6118088" cy="497795"/>
      </dsp:txXfrm>
    </dsp:sp>
    <dsp:sp modelId="{2742CF5D-EFDB-49A8-B3A7-8BFAD4A94E3F}">
      <dsp:nvSpPr>
        <dsp:cNvPr id="0" name=""/>
        <dsp:cNvSpPr/>
      </dsp:nvSpPr>
      <dsp:spPr>
        <a:xfrm>
          <a:off x="0" y="3400564"/>
          <a:ext cx="6171948" cy="551655"/>
        </a:xfrm>
        <a:prstGeom prst="roundRect">
          <a:avLst/>
        </a:prstGeom>
        <a:solidFill>
          <a:schemeClr val="accent2">
            <a:hueOff val="-325770"/>
            <a:satOff val="-2792"/>
            <a:lumOff val="-18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Converted log predictions back to actual values</a:t>
          </a:r>
        </a:p>
      </dsp:txBody>
      <dsp:txXfrm>
        <a:off x="26930" y="3427494"/>
        <a:ext cx="6118088" cy="497795"/>
      </dsp:txXfrm>
    </dsp:sp>
    <dsp:sp modelId="{05143B10-3C74-4770-8B15-1B55E6AE6AA6}">
      <dsp:nvSpPr>
        <dsp:cNvPr id="0" name=""/>
        <dsp:cNvSpPr/>
      </dsp:nvSpPr>
      <dsp:spPr>
        <a:xfrm>
          <a:off x="0" y="4018460"/>
          <a:ext cx="6171948" cy="551655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Evaluated real-world prediction accuracy</a:t>
          </a:r>
        </a:p>
      </dsp:txBody>
      <dsp:txXfrm>
        <a:off x="26930" y="4045390"/>
        <a:ext cx="6118088" cy="4977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A7086-6A6F-415D-A47E-E022F67E7F10}">
      <dsp:nvSpPr>
        <dsp:cNvPr id="0" name=""/>
        <dsp:cNvSpPr/>
      </dsp:nvSpPr>
      <dsp:spPr>
        <a:xfrm>
          <a:off x="2183109" y="13824"/>
          <a:ext cx="2161687" cy="21616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C3DB59-FFDE-49E4-9CEF-7BC4F65E3664}">
      <dsp:nvSpPr>
        <dsp:cNvPr id="0" name=""/>
        <dsp:cNvSpPr/>
      </dsp:nvSpPr>
      <dsp:spPr>
        <a:xfrm>
          <a:off x="2643796" y="474512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7467E-EAA6-42C4-8201-72071285BCD4}">
      <dsp:nvSpPr>
        <dsp:cNvPr id="0" name=""/>
        <dsp:cNvSpPr/>
      </dsp:nvSpPr>
      <dsp:spPr>
        <a:xfrm>
          <a:off x="1492077" y="2848825"/>
          <a:ext cx="35437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b="1" kern="1200"/>
            <a:t>🔁 End-to-End Workflow</a:t>
          </a:r>
          <a:endParaRPr lang="en-US" sz="1100" kern="1200"/>
        </a:p>
      </dsp:txBody>
      <dsp:txXfrm>
        <a:off x="1492077" y="2848825"/>
        <a:ext cx="3543750" cy="877500"/>
      </dsp:txXfrm>
    </dsp:sp>
    <dsp:sp modelId="{22DD379D-6C1F-45D8-807E-2157A9379C7B}">
      <dsp:nvSpPr>
        <dsp:cNvPr id="0" name=""/>
        <dsp:cNvSpPr/>
      </dsp:nvSpPr>
      <dsp:spPr>
        <a:xfrm>
          <a:off x="6347015" y="13824"/>
          <a:ext cx="2161687" cy="21616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9FB01-DFC8-422C-A221-D95C62476BF3}">
      <dsp:nvSpPr>
        <dsp:cNvPr id="0" name=""/>
        <dsp:cNvSpPr/>
      </dsp:nvSpPr>
      <dsp:spPr>
        <a:xfrm>
          <a:off x="6807702" y="474512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76F37-A586-4792-9040-1B8CE1CA6DC9}">
      <dsp:nvSpPr>
        <dsp:cNvPr id="0" name=""/>
        <dsp:cNvSpPr/>
      </dsp:nvSpPr>
      <dsp:spPr>
        <a:xfrm>
          <a:off x="5655984" y="2848825"/>
          <a:ext cx="35437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Data → Feature Engineering →</a:t>
          </a:r>
          <a:br>
            <a:rPr lang="en-IN" sz="1100" kern="1200"/>
          </a:br>
          <a:r>
            <a:rPr lang="en-IN" sz="1100" kern="1200"/>
            <a:t>XGBoost Model →</a:t>
          </a:r>
          <a:br>
            <a:rPr lang="en-IN" sz="1100" kern="1200"/>
          </a:br>
          <a:r>
            <a:rPr lang="en-IN" sz="1100" kern="1200"/>
            <a:t>Model Saving (pickle) →</a:t>
          </a:r>
          <a:br>
            <a:rPr lang="en-IN" sz="1100" kern="1200"/>
          </a:br>
          <a:r>
            <a:rPr lang="en-IN" sz="1100" kern="1200"/>
            <a:t>Streamlit App →</a:t>
          </a:r>
          <a:br>
            <a:rPr lang="en-IN" sz="1100" kern="1200"/>
          </a:br>
          <a:r>
            <a:rPr lang="en-IN" sz="1100" kern="1200"/>
            <a:t>GitHub →</a:t>
          </a:r>
          <a:br>
            <a:rPr lang="en-IN" sz="1100" kern="1200"/>
          </a:br>
          <a:r>
            <a:rPr lang="en-IN" sz="1100" kern="1200"/>
            <a:t>Streamlit Cloud Deployment</a:t>
          </a:r>
          <a:endParaRPr lang="en-US" sz="1100" kern="1200"/>
        </a:p>
      </dsp:txBody>
      <dsp:txXfrm>
        <a:off x="5655984" y="2848825"/>
        <a:ext cx="3543750" cy="877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57CA1-7A61-4258-9CD1-95B36CD0BE74}">
      <dsp:nvSpPr>
        <dsp:cNvPr id="0" name=""/>
        <dsp:cNvSpPr/>
      </dsp:nvSpPr>
      <dsp:spPr>
        <a:xfrm>
          <a:off x="743415" y="313"/>
          <a:ext cx="2876556" cy="17259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This model can help:</a:t>
          </a:r>
        </a:p>
      </dsp:txBody>
      <dsp:txXfrm>
        <a:off x="743415" y="313"/>
        <a:ext cx="2876556" cy="1725934"/>
      </dsp:txXfrm>
    </dsp:sp>
    <dsp:sp modelId="{DFB8FB1F-E945-44E6-B551-289405A9B3E5}">
      <dsp:nvSpPr>
        <dsp:cNvPr id="0" name=""/>
        <dsp:cNvSpPr/>
      </dsp:nvSpPr>
      <dsp:spPr>
        <a:xfrm>
          <a:off x="3907627" y="313"/>
          <a:ext cx="2876556" cy="17259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Urban planning</a:t>
          </a:r>
        </a:p>
      </dsp:txBody>
      <dsp:txXfrm>
        <a:off x="3907627" y="313"/>
        <a:ext cx="2876556" cy="1725934"/>
      </dsp:txXfrm>
    </dsp:sp>
    <dsp:sp modelId="{290BC127-1D86-48D3-B77A-EFA54E5B28AE}">
      <dsp:nvSpPr>
        <dsp:cNvPr id="0" name=""/>
        <dsp:cNvSpPr/>
      </dsp:nvSpPr>
      <dsp:spPr>
        <a:xfrm>
          <a:off x="7071840" y="313"/>
          <a:ext cx="2876556" cy="17259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Infrastructure planning</a:t>
          </a:r>
        </a:p>
      </dsp:txBody>
      <dsp:txXfrm>
        <a:off x="7071840" y="313"/>
        <a:ext cx="2876556" cy="1725934"/>
      </dsp:txXfrm>
    </dsp:sp>
    <dsp:sp modelId="{159777EA-B20F-4DB7-A11F-2B36B7C1FE7B}">
      <dsp:nvSpPr>
        <dsp:cNvPr id="0" name=""/>
        <dsp:cNvSpPr/>
      </dsp:nvSpPr>
      <dsp:spPr>
        <a:xfrm>
          <a:off x="743415" y="2013902"/>
          <a:ext cx="2876556" cy="17259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Government forecasting</a:t>
          </a:r>
        </a:p>
      </dsp:txBody>
      <dsp:txXfrm>
        <a:off x="743415" y="2013902"/>
        <a:ext cx="2876556" cy="1725934"/>
      </dsp:txXfrm>
    </dsp:sp>
    <dsp:sp modelId="{3BCE4139-A7FD-4A92-87E3-C0EA0956222D}">
      <dsp:nvSpPr>
        <dsp:cNvPr id="0" name=""/>
        <dsp:cNvSpPr/>
      </dsp:nvSpPr>
      <dsp:spPr>
        <a:xfrm>
          <a:off x="3907627" y="2013902"/>
          <a:ext cx="2876556" cy="17259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Resource allocation</a:t>
          </a:r>
        </a:p>
      </dsp:txBody>
      <dsp:txXfrm>
        <a:off x="3907627" y="2013902"/>
        <a:ext cx="2876556" cy="1725934"/>
      </dsp:txXfrm>
    </dsp:sp>
    <dsp:sp modelId="{7522C32E-14B8-46BB-B40D-14A91BEA04BC}">
      <dsp:nvSpPr>
        <dsp:cNvPr id="0" name=""/>
        <dsp:cNvSpPr/>
      </dsp:nvSpPr>
      <dsp:spPr>
        <a:xfrm>
          <a:off x="7071840" y="2013902"/>
          <a:ext cx="2876556" cy="17259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Demographic analysis</a:t>
          </a:r>
        </a:p>
      </dsp:txBody>
      <dsp:txXfrm>
        <a:off x="7071840" y="2013902"/>
        <a:ext cx="2876556" cy="17259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BF434-3ED4-4BE6-87D4-10FD0FEBF3E6}">
      <dsp:nvSpPr>
        <dsp:cNvPr id="0" name=""/>
        <dsp:cNvSpPr/>
      </dsp:nvSpPr>
      <dsp:spPr>
        <a:xfrm>
          <a:off x="566905" y="79007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6DB38-D3C8-4D33-A071-78ED08CF6A6D}">
      <dsp:nvSpPr>
        <dsp:cNvPr id="0" name=""/>
        <dsp:cNvSpPr/>
      </dsp:nvSpPr>
      <dsp:spPr>
        <a:xfrm>
          <a:off x="80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D932A-26F6-4766-BD9A-737E71E3C452}">
      <dsp:nvSpPr>
        <dsp:cNvPr id="0" name=""/>
        <dsp:cNvSpPr/>
      </dsp:nvSpPr>
      <dsp:spPr>
        <a:xfrm>
          <a:off x="21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Importance of time-aware validation</a:t>
          </a:r>
          <a:endParaRPr lang="en-US" sz="1600" kern="1200"/>
        </a:p>
      </dsp:txBody>
      <dsp:txXfrm>
        <a:off x="215905" y="2230075"/>
        <a:ext cx="1800000" cy="720000"/>
      </dsp:txXfrm>
    </dsp:sp>
    <dsp:sp modelId="{3154C93B-2B29-49B7-BD2B-3D6AA973215F}">
      <dsp:nvSpPr>
        <dsp:cNvPr id="0" name=""/>
        <dsp:cNvSpPr/>
      </dsp:nvSpPr>
      <dsp:spPr>
        <a:xfrm>
          <a:off x="2681905" y="79007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9A413-D1A8-45A8-982D-47D5B2659D01}">
      <dsp:nvSpPr>
        <dsp:cNvPr id="0" name=""/>
        <dsp:cNvSpPr/>
      </dsp:nvSpPr>
      <dsp:spPr>
        <a:xfrm>
          <a:off x="2915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D35D6-2086-472A-B3B8-569E76D39FA9}">
      <dsp:nvSpPr>
        <dsp:cNvPr id="0" name=""/>
        <dsp:cNvSpPr/>
      </dsp:nvSpPr>
      <dsp:spPr>
        <a:xfrm>
          <a:off x="233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Feature engineering impact</a:t>
          </a:r>
          <a:endParaRPr lang="en-US" sz="1600" kern="1200"/>
        </a:p>
      </dsp:txBody>
      <dsp:txXfrm>
        <a:off x="2330905" y="2230075"/>
        <a:ext cx="1800000" cy="720000"/>
      </dsp:txXfrm>
    </dsp:sp>
    <dsp:sp modelId="{F94470F0-453F-4481-8A63-5D335E68DD6F}">
      <dsp:nvSpPr>
        <dsp:cNvPr id="0" name=""/>
        <dsp:cNvSpPr/>
      </dsp:nvSpPr>
      <dsp:spPr>
        <a:xfrm>
          <a:off x="4796905" y="79007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E1E71-7C76-4557-A90B-14CBBFF5D500}">
      <dsp:nvSpPr>
        <dsp:cNvPr id="0" name=""/>
        <dsp:cNvSpPr/>
      </dsp:nvSpPr>
      <dsp:spPr>
        <a:xfrm>
          <a:off x="503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14A62-B5D5-40A1-939C-741248063460}">
      <dsp:nvSpPr>
        <dsp:cNvPr id="0" name=""/>
        <dsp:cNvSpPr/>
      </dsp:nvSpPr>
      <dsp:spPr>
        <a:xfrm>
          <a:off x="444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Handling exponential growth</a:t>
          </a:r>
          <a:endParaRPr lang="en-US" sz="1600" kern="1200"/>
        </a:p>
      </dsp:txBody>
      <dsp:txXfrm>
        <a:off x="4445905" y="2230075"/>
        <a:ext cx="1800000" cy="720000"/>
      </dsp:txXfrm>
    </dsp:sp>
    <dsp:sp modelId="{E573D10B-27BE-491D-9DD3-2224C5CC08A3}">
      <dsp:nvSpPr>
        <dsp:cNvPr id="0" name=""/>
        <dsp:cNvSpPr/>
      </dsp:nvSpPr>
      <dsp:spPr>
        <a:xfrm>
          <a:off x="6911906" y="79007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D5AB-DA5D-4E91-ABB4-832056AB3946}">
      <dsp:nvSpPr>
        <dsp:cNvPr id="0" name=""/>
        <dsp:cNvSpPr/>
      </dsp:nvSpPr>
      <dsp:spPr>
        <a:xfrm>
          <a:off x="7145906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A9619-28F8-487D-87A8-8B62678E6B0F}">
      <dsp:nvSpPr>
        <dsp:cNvPr id="0" name=""/>
        <dsp:cNvSpPr/>
      </dsp:nvSpPr>
      <dsp:spPr>
        <a:xfrm>
          <a:off x="656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Production deployment workflow</a:t>
          </a:r>
          <a:endParaRPr lang="en-US" sz="1600" kern="1200"/>
        </a:p>
      </dsp:txBody>
      <dsp:txXfrm>
        <a:off x="6560905" y="2230075"/>
        <a:ext cx="1800000" cy="720000"/>
      </dsp:txXfrm>
    </dsp:sp>
    <dsp:sp modelId="{870DD87B-11C3-45F3-8F96-E37B81C7DAFD}">
      <dsp:nvSpPr>
        <dsp:cNvPr id="0" name=""/>
        <dsp:cNvSpPr/>
      </dsp:nvSpPr>
      <dsp:spPr>
        <a:xfrm>
          <a:off x="9026906" y="79007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FC41B-76D3-4D49-8D34-68D56DA1E7AF}">
      <dsp:nvSpPr>
        <dsp:cNvPr id="0" name=""/>
        <dsp:cNvSpPr/>
      </dsp:nvSpPr>
      <dsp:spPr>
        <a:xfrm>
          <a:off x="926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B19E6-C049-479E-A3D7-1B54CB0A48AE}">
      <dsp:nvSpPr>
        <dsp:cNvPr id="0" name=""/>
        <dsp:cNvSpPr/>
      </dsp:nvSpPr>
      <dsp:spPr>
        <a:xfrm>
          <a:off x="8675906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Version control best practices</a:t>
          </a:r>
          <a:endParaRPr lang="en-US" sz="1600" kern="1200"/>
        </a:p>
      </dsp:txBody>
      <dsp:txXfrm>
        <a:off x="8675906" y="2230075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464F0-AACC-47C3-8B69-A47F70385D6E}">
      <dsp:nvSpPr>
        <dsp:cNvPr id="0" name=""/>
        <dsp:cNvSpPr/>
      </dsp:nvSpPr>
      <dsp:spPr>
        <a:xfrm>
          <a:off x="116688" y="699668"/>
          <a:ext cx="901246" cy="901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3F9C7-8D4D-4663-8316-5D3CA8834C2E}">
      <dsp:nvSpPr>
        <dsp:cNvPr id="0" name=""/>
        <dsp:cNvSpPr/>
      </dsp:nvSpPr>
      <dsp:spPr>
        <a:xfrm>
          <a:off x="305950" y="888930"/>
          <a:ext cx="522722" cy="5227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3DCF2-D7AE-41BC-8A62-2C31D4BB716A}">
      <dsp:nvSpPr>
        <dsp:cNvPr id="0" name=""/>
        <dsp:cNvSpPr/>
      </dsp:nvSpPr>
      <dsp:spPr>
        <a:xfrm>
          <a:off x="1211059" y="699668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✅ Successfully Built:</a:t>
          </a:r>
          <a:endParaRPr lang="en-US" sz="2200" kern="1200"/>
        </a:p>
      </dsp:txBody>
      <dsp:txXfrm>
        <a:off x="1211059" y="699668"/>
        <a:ext cx="2124366" cy="901246"/>
      </dsp:txXfrm>
    </dsp:sp>
    <dsp:sp modelId="{E83C913D-F5DE-4E1C-A3E3-D5B83D5D892D}">
      <dsp:nvSpPr>
        <dsp:cNvPr id="0" name=""/>
        <dsp:cNvSpPr/>
      </dsp:nvSpPr>
      <dsp:spPr>
        <a:xfrm>
          <a:off x="3705581" y="699668"/>
          <a:ext cx="901246" cy="901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6C7A7-3518-437B-825D-C51D2F3E9A31}">
      <dsp:nvSpPr>
        <dsp:cNvPr id="0" name=""/>
        <dsp:cNvSpPr/>
      </dsp:nvSpPr>
      <dsp:spPr>
        <a:xfrm>
          <a:off x="3894843" y="888930"/>
          <a:ext cx="522722" cy="5227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AA856-838B-4A09-824C-8EEF8B2B237E}">
      <dsp:nvSpPr>
        <dsp:cNvPr id="0" name=""/>
        <dsp:cNvSpPr/>
      </dsp:nvSpPr>
      <dsp:spPr>
        <a:xfrm>
          <a:off x="4799952" y="699668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ML population forecasting model</a:t>
          </a:r>
        </a:p>
      </dsp:txBody>
      <dsp:txXfrm>
        <a:off x="4799952" y="699668"/>
        <a:ext cx="2124366" cy="901246"/>
      </dsp:txXfrm>
    </dsp:sp>
    <dsp:sp modelId="{0441B961-3029-48A8-9F4D-3E581017135E}">
      <dsp:nvSpPr>
        <dsp:cNvPr id="0" name=""/>
        <dsp:cNvSpPr/>
      </dsp:nvSpPr>
      <dsp:spPr>
        <a:xfrm>
          <a:off x="7294473" y="699668"/>
          <a:ext cx="901246" cy="901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E1877-434F-45BA-8528-CFE2D52F053B}">
      <dsp:nvSpPr>
        <dsp:cNvPr id="0" name=""/>
        <dsp:cNvSpPr/>
      </dsp:nvSpPr>
      <dsp:spPr>
        <a:xfrm>
          <a:off x="7483735" y="888930"/>
          <a:ext cx="522722" cy="5227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429E1-D937-4DB8-89B9-70A7C861C30E}">
      <dsp:nvSpPr>
        <dsp:cNvPr id="0" name=""/>
        <dsp:cNvSpPr/>
      </dsp:nvSpPr>
      <dsp:spPr>
        <a:xfrm>
          <a:off x="8388844" y="699668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Feature engineered time-series dataset</a:t>
          </a:r>
        </a:p>
      </dsp:txBody>
      <dsp:txXfrm>
        <a:off x="8388844" y="699668"/>
        <a:ext cx="2124366" cy="901246"/>
      </dsp:txXfrm>
    </dsp:sp>
    <dsp:sp modelId="{81B43AC2-00AB-4D8A-AFFE-AFB2AA0196F4}">
      <dsp:nvSpPr>
        <dsp:cNvPr id="0" name=""/>
        <dsp:cNvSpPr/>
      </dsp:nvSpPr>
      <dsp:spPr>
        <a:xfrm>
          <a:off x="116688" y="2256711"/>
          <a:ext cx="901246" cy="901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A20D63-D09F-4DAB-AA87-CFD9ED31E6A2}">
      <dsp:nvSpPr>
        <dsp:cNvPr id="0" name=""/>
        <dsp:cNvSpPr/>
      </dsp:nvSpPr>
      <dsp:spPr>
        <a:xfrm>
          <a:off x="305950" y="2445972"/>
          <a:ext cx="522722" cy="5227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0B071-3BD2-4E63-B4B6-0F47013620CD}">
      <dsp:nvSpPr>
        <dsp:cNvPr id="0" name=""/>
        <dsp:cNvSpPr/>
      </dsp:nvSpPr>
      <dsp:spPr>
        <a:xfrm>
          <a:off x="1211059" y="2256711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Deployed production-ready app</a:t>
          </a:r>
        </a:p>
      </dsp:txBody>
      <dsp:txXfrm>
        <a:off x="1211059" y="2256711"/>
        <a:ext cx="2124366" cy="901246"/>
      </dsp:txXfrm>
    </dsp:sp>
    <dsp:sp modelId="{6F62ADA0-7FD1-4516-89B2-94FBADECD2B1}">
      <dsp:nvSpPr>
        <dsp:cNvPr id="0" name=""/>
        <dsp:cNvSpPr/>
      </dsp:nvSpPr>
      <dsp:spPr>
        <a:xfrm>
          <a:off x="3705581" y="2256711"/>
          <a:ext cx="901246" cy="901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13EB8-A2E3-46FF-85D5-BB3A7EEBECBE}">
      <dsp:nvSpPr>
        <dsp:cNvPr id="0" name=""/>
        <dsp:cNvSpPr/>
      </dsp:nvSpPr>
      <dsp:spPr>
        <a:xfrm>
          <a:off x="3894843" y="2445972"/>
          <a:ext cx="522722" cy="5227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CCCB8-5BBA-4554-AFCB-1A21C61EEA80}">
      <dsp:nvSpPr>
        <dsp:cNvPr id="0" name=""/>
        <dsp:cNvSpPr/>
      </dsp:nvSpPr>
      <dsp:spPr>
        <a:xfrm>
          <a:off x="4799952" y="2256711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Live cloud deployment</a:t>
          </a:r>
        </a:p>
      </dsp:txBody>
      <dsp:txXfrm>
        <a:off x="4799952" y="2256711"/>
        <a:ext cx="2124366" cy="901246"/>
      </dsp:txXfrm>
    </dsp:sp>
    <dsp:sp modelId="{356A1E04-0131-4E4C-BB4D-98AE836D2AD3}">
      <dsp:nvSpPr>
        <dsp:cNvPr id="0" name=""/>
        <dsp:cNvSpPr/>
      </dsp:nvSpPr>
      <dsp:spPr>
        <a:xfrm>
          <a:off x="7294473" y="2256711"/>
          <a:ext cx="901246" cy="901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DF26B-A7A5-4D2E-8B32-08498CE4C7C0}">
      <dsp:nvSpPr>
        <dsp:cNvPr id="0" name=""/>
        <dsp:cNvSpPr/>
      </dsp:nvSpPr>
      <dsp:spPr>
        <a:xfrm>
          <a:off x="7483735" y="2445972"/>
          <a:ext cx="522722" cy="5227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79DC4-F2A1-4DF3-8341-30269892A83F}">
      <dsp:nvSpPr>
        <dsp:cNvPr id="0" name=""/>
        <dsp:cNvSpPr/>
      </dsp:nvSpPr>
      <dsp:spPr>
        <a:xfrm>
          <a:off x="8388844" y="2256711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Professional GitHub repository</a:t>
          </a:r>
        </a:p>
      </dsp:txBody>
      <dsp:txXfrm>
        <a:off x="8388844" y="2256711"/>
        <a:ext cx="2124366" cy="9012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4A102-9474-4FEB-B7B3-3D3F770CF39E}">
      <dsp:nvSpPr>
        <dsp:cNvPr id="0" name=""/>
        <dsp:cNvSpPr/>
      </dsp:nvSpPr>
      <dsp:spPr>
        <a:xfrm>
          <a:off x="0" y="607733"/>
          <a:ext cx="10691265" cy="1121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45D37-A1DA-408E-97B1-B6210549731C}">
      <dsp:nvSpPr>
        <dsp:cNvPr id="0" name=""/>
        <dsp:cNvSpPr/>
      </dsp:nvSpPr>
      <dsp:spPr>
        <a:xfrm>
          <a:off x="339395" y="860176"/>
          <a:ext cx="617082" cy="6170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00EF1-05EF-4F5B-93D4-F1DE28F589B8}">
      <dsp:nvSpPr>
        <dsp:cNvPr id="0" name=""/>
        <dsp:cNvSpPr/>
      </dsp:nvSpPr>
      <dsp:spPr>
        <a:xfrm>
          <a:off x="1295873" y="607733"/>
          <a:ext cx="9395391" cy="112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42" tIns="118742" rIns="118742" bIns="1187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Questions?</a:t>
          </a:r>
          <a:endParaRPr lang="en-US" sz="1900" kern="1200"/>
        </a:p>
      </dsp:txBody>
      <dsp:txXfrm>
        <a:off x="1295873" y="607733"/>
        <a:ext cx="9395391" cy="1121968"/>
      </dsp:txXfrm>
    </dsp:sp>
    <dsp:sp modelId="{D3028533-BCE1-4357-83A8-1B9748C21B11}">
      <dsp:nvSpPr>
        <dsp:cNvPr id="0" name=""/>
        <dsp:cNvSpPr/>
      </dsp:nvSpPr>
      <dsp:spPr>
        <a:xfrm>
          <a:off x="0" y="2010194"/>
          <a:ext cx="10691265" cy="1121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CDC1D-BC75-4B21-8420-E1D04FD394B3}">
      <dsp:nvSpPr>
        <dsp:cNvPr id="0" name=""/>
        <dsp:cNvSpPr/>
      </dsp:nvSpPr>
      <dsp:spPr>
        <a:xfrm>
          <a:off x="339395" y="2262637"/>
          <a:ext cx="617082" cy="6170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4C296-5CE0-43A6-B26F-026782C63F98}">
      <dsp:nvSpPr>
        <dsp:cNvPr id="0" name=""/>
        <dsp:cNvSpPr/>
      </dsp:nvSpPr>
      <dsp:spPr>
        <a:xfrm>
          <a:off x="1295873" y="2010194"/>
          <a:ext cx="9395391" cy="112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42" tIns="118742" rIns="118742" bIns="1187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👤 Jwel Aktar</a:t>
          </a:r>
          <a:br>
            <a:rPr lang="en-IN" sz="1900" kern="1200"/>
          </a:br>
          <a:r>
            <a:rPr lang="en-IN" sz="1900" kern="1200"/>
            <a:t>GitHub: github.com/jwelaktar1004-pixel</a:t>
          </a:r>
          <a:br>
            <a:rPr lang="en-IN" sz="1900" kern="1200"/>
          </a:br>
          <a:r>
            <a:rPr lang="en-IN" sz="1900" kern="1200"/>
            <a:t>LinkedIn: linkedin.com/in/jwel-aktar-61436b18a</a:t>
          </a:r>
          <a:endParaRPr lang="en-US" sz="1900" kern="1200"/>
        </a:p>
      </dsp:txBody>
      <dsp:txXfrm>
        <a:off x="1295873" y="2010194"/>
        <a:ext cx="9395391" cy="1121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8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9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0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00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24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4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0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0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6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9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4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83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AD306-3BC8-DAE1-54F9-100E3D8FE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/>
              <a:t>🌍 Global Population Forecasting Using Machine Learning</a:t>
            </a:r>
            <a:br>
              <a:rPr lang="en-US" sz="3600" b="1"/>
            </a:br>
            <a:r>
              <a:rPr lang="en-US" sz="3600" b="1"/>
              <a:t>Predicting Future Population Trends (2030)</a:t>
            </a:r>
            <a:br>
              <a:rPr lang="en-US" sz="3600"/>
            </a:br>
            <a:endParaRPr lang="en-IN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3FD8A-AB21-27BD-A863-505E454CB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/>
              <a:t>👤 Jwel Aktar</a:t>
            </a:r>
            <a:br>
              <a:rPr lang="en-IN" sz="1600" dirty="0"/>
            </a:br>
            <a:r>
              <a:rPr lang="en-IN" sz="1600" dirty="0"/>
              <a:t>Data Scientist</a:t>
            </a:r>
            <a:br>
              <a:rPr lang="en-IN" sz="1600" dirty="0"/>
            </a:br>
            <a:r>
              <a:rPr lang="en-IN" sz="1600" dirty="0"/>
              <a:t>Python | </a:t>
            </a:r>
            <a:r>
              <a:rPr lang="en-IN" sz="1600" dirty="0" err="1"/>
              <a:t>XGBoost</a:t>
            </a:r>
            <a:r>
              <a:rPr lang="en-IN" sz="1600" dirty="0"/>
              <a:t> | </a:t>
            </a:r>
            <a:r>
              <a:rPr lang="en-IN" sz="1600" dirty="0" err="1"/>
              <a:t>Streamlit</a:t>
            </a:r>
            <a:endParaRPr lang="en-IN" sz="1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Digital map with light leak background">
            <a:extLst>
              <a:ext uri="{FF2B5EF4-FFF2-40B4-BE49-F238E27FC236}">
                <a16:creationId xmlns:a16="http://schemas.microsoft.com/office/drawing/2014/main" id="{0FEBC325-A72B-5DE2-64E2-BE819E637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75" r="16132" b="-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6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31D7E-F60A-298D-31BC-BBABA455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970897BD-19AE-497A-FA84-1311504B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01" r="44867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73AE0-08C1-574B-DADF-AB099AEE6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/>
              <a:t>📌 Business Problem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Global population is growing at different rates across regions.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Governments need reliable future population forecasts.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Traditional methods may fail to capture non-linear patterns.</a:t>
            </a:r>
          </a:p>
          <a:p>
            <a:pPr>
              <a:lnSpc>
                <a:spcPct val="100000"/>
              </a:lnSpc>
            </a:pPr>
            <a:r>
              <a:rPr lang="en-US" sz="1700" b="1" dirty="0"/>
              <a:t>🎯 Objective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Analyze historical population trends (1970–2022)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Identify key growth drivers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Build ML model for 2030 population prediction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Deploy interactive web application</a:t>
            </a:r>
          </a:p>
          <a:p>
            <a:pPr>
              <a:lnSpc>
                <a:spcPct val="100000"/>
              </a:lnSpc>
            </a:pPr>
            <a:endParaRPr lang="en-IN" sz="17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60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8CDA9-D2B2-BBE9-2AEA-EDBA8ACB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IN" dirty="0"/>
              <a:t>Dataset Overview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374DA-741A-08FB-030F-5ED97C5E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📊 Dataset: Global Population Dataset</a:t>
            </a:r>
          </a:p>
          <a:p>
            <a:pPr>
              <a:lnSpc>
                <a:spcPct val="100000"/>
              </a:lnSpc>
            </a:pPr>
            <a:r>
              <a:rPr lang="en-US" b="1"/>
              <a:t>Time Range:</a:t>
            </a:r>
            <a:r>
              <a:rPr lang="en-US"/>
              <a:t> 1970 – 2022</a:t>
            </a:r>
            <a:br>
              <a:rPr lang="en-US"/>
            </a:br>
            <a:r>
              <a:rPr lang="en-US" b="1"/>
              <a:t>Type:</a:t>
            </a:r>
            <a:r>
              <a:rPr lang="en-US"/>
              <a:t> Multi-country panel time-series data</a:t>
            </a:r>
          </a:p>
          <a:p>
            <a:pPr>
              <a:lnSpc>
                <a:spcPct val="100000"/>
              </a:lnSpc>
            </a:pPr>
            <a:r>
              <a:rPr lang="en-US" b="1"/>
              <a:t>Key Variables:</a:t>
            </a:r>
          </a:p>
          <a:p>
            <a:pPr>
              <a:lnSpc>
                <a:spcPct val="100000"/>
              </a:lnSpc>
            </a:pPr>
            <a:r>
              <a:rPr lang="en-US"/>
              <a:t>Country/Territory</a:t>
            </a:r>
          </a:p>
          <a:p>
            <a:pPr>
              <a:lnSpc>
                <a:spcPct val="100000"/>
              </a:lnSpc>
            </a:pPr>
            <a:r>
              <a:rPr lang="en-US"/>
              <a:t>Continent</a:t>
            </a:r>
          </a:p>
          <a:p>
            <a:pPr>
              <a:lnSpc>
                <a:spcPct val="100000"/>
              </a:lnSpc>
            </a:pPr>
            <a:r>
              <a:rPr lang="en-US"/>
              <a:t>Area (km²)</a:t>
            </a:r>
          </a:p>
          <a:p>
            <a:pPr>
              <a:lnSpc>
                <a:spcPct val="100000"/>
              </a:lnSpc>
            </a:pPr>
            <a:r>
              <a:rPr lang="en-US"/>
              <a:t>Growth Rate</a:t>
            </a:r>
          </a:p>
          <a:p>
            <a:pPr>
              <a:lnSpc>
                <a:spcPct val="100000"/>
              </a:lnSpc>
            </a:pPr>
            <a:r>
              <a:rPr lang="en-US"/>
              <a:t>Population (1970–2022)</a:t>
            </a:r>
          </a:p>
          <a:p>
            <a:pPr>
              <a:lnSpc>
                <a:spcPct val="100000"/>
              </a:lnSpc>
            </a:pPr>
            <a:endParaRPr lang="en-IN"/>
          </a:p>
        </p:txBody>
      </p:sp>
      <p:pic>
        <p:nvPicPr>
          <p:cNvPr id="17" name="Picture 16" descr="Stock exchange numbers">
            <a:extLst>
              <a:ext uri="{FF2B5EF4-FFF2-40B4-BE49-F238E27FC236}">
                <a16:creationId xmlns:a16="http://schemas.microsoft.com/office/drawing/2014/main" id="{76922452-FFEB-301A-5C19-7086BDD8E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54" r="21173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0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F3B85-69F5-9956-E458-66BB2361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IN" dirty="0"/>
              <a:t>Data Preprocessing Strategy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9859A9-9D5F-D510-C9FE-C8396DB4D0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1606290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55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DAE58-8DBC-3B6E-0580-2F723C00F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IN" dirty="0"/>
              <a:t>Feature Engineering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2310F3-BE50-8629-FE36-03EBA9928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30372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5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B6D3C-DA6E-2483-0308-19CC14C8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IN" dirty="0"/>
              <a:t>Train-Test Strategy</a:t>
            </a:r>
          </a:p>
        </p:txBody>
      </p:sp>
      <p:pic>
        <p:nvPicPr>
          <p:cNvPr id="15" name="Picture 14" descr="View of motion blurred underground railway">
            <a:extLst>
              <a:ext uri="{FF2B5EF4-FFF2-40B4-BE49-F238E27FC236}">
                <a16:creationId xmlns:a16="http://schemas.microsoft.com/office/drawing/2014/main" id="{46726D3B-3E48-9EB8-554E-740BB8C209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46" r="13422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524CD6D-AD83-880F-27F6-BC538EF77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en-US" b="1"/>
              <a:t>⏳ Time-Aware Split (Important)</a:t>
            </a:r>
          </a:p>
          <a:p>
            <a:r>
              <a:rPr lang="en-US"/>
              <a:t>Instead of random split:</a:t>
            </a:r>
          </a:p>
          <a:p>
            <a:r>
              <a:rPr lang="en-US"/>
              <a:t>Train → Up to 2015</a:t>
            </a:r>
          </a:p>
          <a:p>
            <a:r>
              <a:rPr lang="en-US"/>
              <a:t>Test → After 2015</a:t>
            </a:r>
          </a:p>
          <a:p>
            <a:r>
              <a:rPr lang="en-US" b="1"/>
              <a:t>Why?</a:t>
            </a:r>
          </a:p>
          <a:p>
            <a:r>
              <a:rPr lang="en-US"/>
              <a:t>To prevent:</a:t>
            </a:r>
          </a:p>
          <a:p>
            <a:r>
              <a:rPr lang="en-US"/>
              <a:t>Data leakage</a:t>
            </a:r>
          </a:p>
          <a:p>
            <a:r>
              <a:rPr lang="en-US"/>
              <a:t>Unrealistic model performance</a:t>
            </a:r>
          </a:p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14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592F4-BB63-6A82-7270-1556724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Model Selection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D304C2-6AB1-51CC-BC52-00F54DE3B8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09778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455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F974D-038F-50F0-AB7A-A23AAA0B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IN"/>
              <a:t>Model Training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E23669F-63C1-069B-0A61-6C5BAD0DF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586494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73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59CAA-2D6F-C5E2-539C-5ECF22A9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IN"/>
              <a:t>Model Evaluation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7915A82-1239-5880-288A-D217D3F05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680021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613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8A0BA-4E02-1FF4-3B47-BEAD9D2E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IN" dirty="0"/>
              <a:t>2030 Prediction Strategy</a:t>
            </a:r>
          </a:p>
        </p:txBody>
      </p:sp>
      <p:cxnSp>
        <p:nvCxnSpPr>
          <p:cNvPr id="18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Person with Cane">
            <a:extLst>
              <a:ext uri="{FF2B5EF4-FFF2-40B4-BE49-F238E27FC236}">
                <a16:creationId xmlns:a16="http://schemas.microsoft.com/office/drawing/2014/main" id="{FFCF7AEA-CE57-B37B-D6C9-D2EE59E15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9C7299A-250E-19E6-11D4-3CD20D2FD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en-US" b="1"/>
              <a:t>How 2030 Was Predicted:</a:t>
            </a:r>
          </a:p>
          <a:p>
            <a:r>
              <a:rPr lang="en-US"/>
              <a:t>Used 2022 population as lag input</a:t>
            </a:r>
          </a:p>
          <a:p>
            <a:r>
              <a:rPr lang="en-US"/>
              <a:t>Created </a:t>
            </a:r>
            <a:r>
              <a:rPr lang="en-US" err="1"/>
              <a:t>Year_Index</a:t>
            </a:r>
            <a:r>
              <a:rPr lang="en-US"/>
              <a:t> for 2030</a:t>
            </a:r>
          </a:p>
          <a:p>
            <a:r>
              <a:rPr lang="en-US"/>
              <a:t>Passed features to trained model</a:t>
            </a:r>
          </a:p>
          <a:p>
            <a:r>
              <a:rPr lang="en-US"/>
              <a:t>Applied exponential reverse transform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302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ED5DA-7A83-64AE-FCB8-75AB5622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IN"/>
              <a:t>Streamlit Application</a:t>
            </a:r>
            <a:endParaRPr lang="en-IN" dirty="0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3FE3DAE-394B-5EAF-175D-3BE491527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9374FB5-4EFC-71A3-9B16-818BA91C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en-US" b="1"/>
              <a:t>🌐 Web Application Features</a:t>
            </a:r>
          </a:p>
          <a:p>
            <a:r>
              <a:rPr lang="en-US"/>
              <a:t>Country selection dropdown</a:t>
            </a:r>
          </a:p>
          <a:p>
            <a:r>
              <a:rPr lang="en-US"/>
              <a:t>2030 population prediction</a:t>
            </a:r>
          </a:p>
          <a:p>
            <a:r>
              <a:rPr lang="en-US"/>
              <a:t>Animated KPI display</a:t>
            </a:r>
          </a:p>
          <a:p>
            <a:r>
              <a:rPr lang="en-US"/>
              <a:t>Country comparison</a:t>
            </a:r>
          </a:p>
          <a:p>
            <a:r>
              <a:rPr lang="en-US"/>
              <a:t>Interactive map visualization</a:t>
            </a:r>
          </a:p>
          <a:p>
            <a:r>
              <a:rPr lang="en-US"/>
              <a:t>Personal branding integration</a:t>
            </a:r>
          </a:p>
        </p:txBody>
      </p:sp>
    </p:spTree>
    <p:extLst>
      <p:ext uri="{BB962C8B-B14F-4D97-AF65-F5344CB8AC3E}">
        <p14:creationId xmlns:p14="http://schemas.microsoft.com/office/powerpoint/2010/main" val="4191232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5C034-2AF5-8997-0F16-0DB6394D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IN" dirty="0"/>
              <a:t>Deployment Pipeline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08C234-400C-6B8D-804E-FF11256BC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31047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806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4F2A1-E24A-31CB-4BFF-BACA4F5F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IN" dirty="0"/>
              <a:t>Business Applications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81CDB1B-A941-314A-6E07-F27C815B1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179708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3391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2D5AD-F496-796F-1CB2-35E02AC8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IN" dirty="0"/>
              <a:t>Key Learnings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8EA17F-64BD-07C6-A41C-F74C175F3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759160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1055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089DF-8B71-A2A8-39DD-931A095D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A41C6-BD0F-4D6C-FFE8-B6D936D018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169894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158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6957-8AC0-4313-A0A3-6B12682C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9247DF-6D2F-0ED2-8507-D39A60E702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95841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11</TotalTime>
  <Words>493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Calisto MT</vt:lpstr>
      <vt:lpstr>Univers Condensed</vt:lpstr>
      <vt:lpstr>ChronicleVTI</vt:lpstr>
      <vt:lpstr>🌍 Global Population Forecasting Using Machine Learning Predicting Future Population Trends (2030) </vt:lpstr>
      <vt:lpstr>Problem Statement</vt:lpstr>
      <vt:lpstr>Dataset Overview</vt:lpstr>
      <vt:lpstr>Data Preprocessing Strategy</vt:lpstr>
      <vt:lpstr>Feature Engineering</vt:lpstr>
      <vt:lpstr>Train-Test Strategy</vt:lpstr>
      <vt:lpstr>Model Selection</vt:lpstr>
      <vt:lpstr>Model Training</vt:lpstr>
      <vt:lpstr>Model Evaluation</vt:lpstr>
      <vt:lpstr>2030 Prediction Strategy</vt:lpstr>
      <vt:lpstr>Streamlit Application</vt:lpstr>
      <vt:lpstr>Deployment Pipeline</vt:lpstr>
      <vt:lpstr>Business Applications</vt:lpstr>
      <vt:lpstr>Key Learnings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Jwel Aktar</dc:creator>
  <cp:lastModifiedBy>Jwel Aktar</cp:lastModifiedBy>
  <cp:revision>1</cp:revision>
  <dcterms:created xsi:type="dcterms:W3CDTF">2026-02-24T05:11:07Z</dcterms:created>
  <dcterms:modified xsi:type="dcterms:W3CDTF">2026-02-24T05:22:48Z</dcterms:modified>
</cp:coreProperties>
</file>